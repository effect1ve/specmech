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  <p:sldMasterId id="2147483686" r:id="rId5"/>
  </p:sldMasterIdLst>
  <p:notesMasterIdLst>
    <p:notesMasterId r:id="rId17"/>
  </p:notesMasterIdLst>
  <p:sldIdLst>
    <p:sldId id="277" r:id="rId6"/>
    <p:sldId id="329" r:id="rId7"/>
    <p:sldId id="286" r:id="rId8"/>
    <p:sldId id="288" r:id="rId9"/>
    <p:sldId id="302" r:id="rId10"/>
    <p:sldId id="319" r:id="rId11"/>
    <p:sldId id="318" r:id="rId12"/>
    <p:sldId id="320" r:id="rId13"/>
    <p:sldId id="330" r:id="rId14"/>
    <p:sldId id="331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M Prestigio Solutions Aliaksandr Tsikhanovich" initials="TPSAT" lastIdx="18" clrIdx="0">
    <p:extLst>
      <p:ext uri="{19B8F6BF-5375-455C-9EA6-DF929625EA0E}">
        <p15:presenceInfo xmlns:p15="http://schemas.microsoft.com/office/powerpoint/2012/main" userId="TM Prestigio Solutions Aliaksandr Tsikhanovic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16B"/>
    <a:srgbClr val="EAECF4"/>
    <a:srgbClr val="E7E7E7"/>
    <a:srgbClr val="B2B2B2"/>
    <a:srgbClr val="3C444C"/>
    <a:srgbClr val="00A7FF"/>
    <a:srgbClr val="AAADB0"/>
    <a:srgbClr val="CFD1D3"/>
    <a:srgbClr val="420203"/>
    <a:srgbClr val="2F2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D4AB6-CF23-4AF4-9089-25C2F70D340A}" v="1" dt="2021-12-01T13:12:26.7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83" d="100"/>
          <a:sy n="83" d="100"/>
        </p:scale>
        <p:origin x="686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 Prestigio Solutions Olga Yaskova" userId="S::o.yaskova@prestigio.eu::f5b925f6-2e2d-4b68-926f-5865499a2537" providerId="AD" clId="Web-{700D4AB6-CF23-4AF4-9089-25C2F70D340A}"/>
    <pc:docChg chg="delSld">
      <pc:chgData name="BA Prestigio Solutions Olga Yaskova" userId="S::o.yaskova@prestigio.eu::f5b925f6-2e2d-4b68-926f-5865499a2537" providerId="AD" clId="Web-{700D4AB6-CF23-4AF4-9089-25C2F70D340A}" dt="2021-12-01T13:12:26.719" v="0"/>
      <pc:docMkLst>
        <pc:docMk/>
      </pc:docMkLst>
      <pc:sldChg chg="del">
        <pc:chgData name="BA Prestigio Solutions Olga Yaskova" userId="S::o.yaskova@prestigio.eu::f5b925f6-2e2d-4b68-926f-5865499a2537" providerId="AD" clId="Web-{700D4AB6-CF23-4AF4-9089-25C2F70D340A}" dt="2021-12-01T13:12:26.719" v="0"/>
        <pc:sldMkLst>
          <pc:docMk/>
          <pc:sldMk cId="551653752" sldId="3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AAC-1E91-42AD-A6B4-076E29366D2F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3ECEC-468C-46E5-B617-4794B0C0B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49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A1949EF1-1967-4C52-9940-3DAF24D852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B0F13"/>
              </a:gs>
              <a:gs pos="0">
                <a:srgbClr val="0F1923">
                  <a:alpha val="7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BF4502D1-FC06-49AC-A54C-2399473FE78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0"/>
            <a:ext cx="5101167" cy="5834592"/>
          </a:xfrm>
          <a:custGeom>
            <a:avLst/>
            <a:gdLst>
              <a:gd name="T0" fmla="*/ 21376 w 26778"/>
              <a:gd name="T1" fmla="*/ 0 h 30629"/>
              <a:gd name="T2" fmla="*/ 26039 w 26778"/>
              <a:gd name="T3" fmla="*/ 2203 h 30629"/>
              <a:gd name="T4" fmla="*/ 22637 w 26778"/>
              <a:gd name="T5" fmla="*/ 18963 h 30629"/>
              <a:gd name="T6" fmla="*/ 9789 w 26778"/>
              <a:gd name="T7" fmla="*/ 30349 h 30629"/>
              <a:gd name="T8" fmla="*/ 6419 w 26778"/>
              <a:gd name="T9" fmla="*/ 26964 h 30629"/>
              <a:gd name="T10" fmla="*/ 11245 w 26778"/>
              <a:gd name="T11" fmla="*/ 20960 h 30629"/>
              <a:gd name="T12" fmla="*/ 20646 w 26778"/>
              <a:gd name="T13" fmla="*/ 10596 h 30629"/>
              <a:gd name="T14" fmla="*/ 20856 w 26778"/>
              <a:gd name="T15" fmla="*/ 8680 h 30629"/>
              <a:gd name="T16" fmla="*/ 13738 w 26778"/>
              <a:gd name="T17" fmla="*/ 2275 h 30629"/>
              <a:gd name="T18" fmla="*/ 5996 w 26778"/>
              <a:gd name="T19" fmla="*/ 2272 h 30629"/>
              <a:gd name="T20" fmla="*/ 1800 w 26778"/>
              <a:gd name="T21" fmla="*/ 5725 h 30629"/>
              <a:gd name="T22" fmla="*/ 0 w 26778"/>
              <a:gd name="T23" fmla="*/ 0 h 30629"/>
              <a:gd name="T24" fmla="*/ 0 w 26778"/>
              <a:gd name="T25" fmla="*/ 21413 h 30629"/>
              <a:gd name="T26" fmla="*/ 62 w 26778"/>
              <a:gd name="T27" fmla="*/ 21128 h 30629"/>
              <a:gd name="T28" fmla="*/ 5996 w 26778"/>
              <a:gd name="T29" fmla="*/ 3749 h 30629"/>
              <a:gd name="T30" fmla="*/ 13738 w 26778"/>
              <a:gd name="T31" fmla="*/ 3747 h 30629"/>
              <a:gd name="T32" fmla="*/ 19382 w 26778"/>
              <a:gd name="T33" fmla="*/ 8680 h 30629"/>
              <a:gd name="T34" fmla="*/ 18487 w 26778"/>
              <a:gd name="T35" fmla="*/ 13664 h 30629"/>
              <a:gd name="T36" fmla="*/ 7092 w 26778"/>
              <a:gd name="T37" fmla="*/ 19483 h 30629"/>
              <a:gd name="T38" fmla="*/ 5070 w 26778"/>
              <a:gd name="T39" fmla="*/ 26225 h 30629"/>
              <a:gd name="T40" fmla="*/ 3043 w 26778"/>
              <a:gd name="T41" fmla="*/ 25084 h 30629"/>
              <a:gd name="T42" fmla="*/ 4697 w 26778"/>
              <a:gd name="T43" fmla="*/ 17267 h 30629"/>
              <a:gd name="T44" fmla="*/ 16318 w 26778"/>
              <a:gd name="T45" fmla="*/ 13203 h 30629"/>
              <a:gd name="T46" fmla="*/ 17163 w 26778"/>
              <a:gd name="T47" fmla="*/ 8698 h 30629"/>
              <a:gd name="T48" fmla="*/ 5996 w 26778"/>
              <a:gd name="T49" fmla="*/ 5965 h 30629"/>
              <a:gd name="T50" fmla="*/ 1863 w 26778"/>
              <a:gd name="T51" fmla="*/ 23202 h 30629"/>
              <a:gd name="T52" fmla="*/ 1762 w 26778"/>
              <a:gd name="T53" fmla="*/ 23680 h 30629"/>
              <a:gd name="T54" fmla="*/ 15502 w 26778"/>
              <a:gd name="T55" fmla="*/ 10071 h 30629"/>
              <a:gd name="T56" fmla="*/ 13628 w 26778"/>
              <a:gd name="T57" fmla="*/ 7456 h 30629"/>
              <a:gd name="T58" fmla="*/ 5027 w 26778"/>
              <a:gd name="T59" fmla="*/ 15777 h 30629"/>
              <a:gd name="T60" fmla="*/ 14883 w 26778"/>
              <a:gd name="T61" fmla="*/ 13065 h 30629"/>
              <a:gd name="T62" fmla="*/ 6382 w 26778"/>
              <a:gd name="T63" fmla="*/ 27141 h 30629"/>
              <a:gd name="T64" fmla="*/ 6556 w 26778"/>
              <a:gd name="T65" fmla="*/ 26320 h 30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778" h="30629">
                <a:moveTo>
                  <a:pt x="0" y="0"/>
                </a:moveTo>
                <a:lnTo>
                  <a:pt x="21376" y="0"/>
                </a:lnTo>
                <a:cubicBezTo>
                  <a:pt x="22998" y="606"/>
                  <a:pt x="24556" y="1344"/>
                  <a:pt x="26039" y="2202"/>
                </a:cubicBezTo>
                <a:lnTo>
                  <a:pt x="26039" y="2203"/>
                </a:lnTo>
                <a:cubicBezTo>
                  <a:pt x="26481" y="2458"/>
                  <a:pt x="26778" y="2935"/>
                  <a:pt x="26778" y="3482"/>
                </a:cubicBezTo>
                <a:cubicBezTo>
                  <a:pt x="26778" y="9113"/>
                  <a:pt x="25271" y="14401"/>
                  <a:pt x="22637" y="18963"/>
                </a:cubicBezTo>
                <a:cubicBezTo>
                  <a:pt x="19916" y="23678"/>
                  <a:pt x="15995" y="27608"/>
                  <a:pt x="11294" y="30333"/>
                </a:cubicBezTo>
                <a:cubicBezTo>
                  <a:pt x="10848" y="30604"/>
                  <a:pt x="10272" y="30629"/>
                  <a:pt x="9789" y="30349"/>
                </a:cubicBezTo>
                <a:cubicBezTo>
                  <a:pt x="8540" y="29627"/>
                  <a:pt x="7346" y="28819"/>
                  <a:pt x="6214" y="27934"/>
                </a:cubicBezTo>
                <a:lnTo>
                  <a:pt x="6419" y="26964"/>
                </a:lnTo>
                <a:lnTo>
                  <a:pt x="7689" y="20960"/>
                </a:lnTo>
                <a:lnTo>
                  <a:pt x="11245" y="20960"/>
                </a:lnTo>
                <a:cubicBezTo>
                  <a:pt x="15773" y="20960"/>
                  <a:pt x="18986" y="18412"/>
                  <a:pt x="19929" y="13970"/>
                </a:cubicBezTo>
                <a:lnTo>
                  <a:pt x="20646" y="10596"/>
                </a:lnTo>
                <a:cubicBezTo>
                  <a:pt x="20781" y="9960"/>
                  <a:pt x="20852" y="9330"/>
                  <a:pt x="20853" y="8680"/>
                </a:cubicBezTo>
                <a:lnTo>
                  <a:pt x="20856" y="8680"/>
                </a:lnTo>
                <a:cubicBezTo>
                  <a:pt x="20856" y="6557"/>
                  <a:pt x="20053" y="4952"/>
                  <a:pt x="18744" y="3870"/>
                </a:cubicBezTo>
                <a:cubicBezTo>
                  <a:pt x="17349" y="2718"/>
                  <a:pt x="15515" y="2278"/>
                  <a:pt x="13738" y="2275"/>
                </a:cubicBezTo>
                <a:lnTo>
                  <a:pt x="13738" y="2272"/>
                </a:lnTo>
                <a:lnTo>
                  <a:pt x="5996" y="2272"/>
                </a:lnTo>
                <a:cubicBezTo>
                  <a:pt x="3880" y="2272"/>
                  <a:pt x="2281" y="3636"/>
                  <a:pt x="1812" y="5678"/>
                </a:cubicBezTo>
                <a:cubicBezTo>
                  <a:pt x="1807" y="5694"/>
                  <a:pt x="1804" y="5709"/>
                  <a:pt x="1800" y="5725"/>
                </a:cubicBezTo>
                <a:lnTo>
                  <a:pt x="0" y="14208"/>
                </a:lnTo>
                <a:lnTo>
                  <a:pt x="0" y="0"/>
                </a:lnTo>
                <a:close/>
                <a:moveTo>
                  <a:pt x="0" y="21427"/>
                </a:moveTo>
                <a:lnTo>
                  <a:pt x="0" y="21413"/>
                </a:lnTo>
                <a:lnTo>
                  <a:pt x="62" y="21128"/>
                </a:lnTo>
                <a:lnTo>
                  <a:pt x="62" y="21128"/>
                </a:lnTo>
                <a:cubicBezTo>
                  <a:pt x="1187" y="15949"/>
                  <a:pt x="2488" y="9969"/>
                  <a:pt x="3248" y="6005"/>
                </a:cubicBezTo>
                <a:cubicBezTo>
                  <a:pt x="3565" y="4629"/>
                  <a:pt x="4565" y="3749"/>
                  <a:pt x="5996" y="3749"/>
                </a:cubicBezTo>
                <a:lnTo>
                  <a:pt x="13738" y="3749"/>
                </a:lnTo>
                <a:lnTo>
                  <a:pt x="13738" y="3747"/>
                </a:lnTo>
                <a:cubicBezTo>
                  <a:pt x="16865" y="3751"/>
                  <a:pt x="19379" y="5304"/>
                  <a:pt x="19379" y="8680"/>
                </a:cubicBezTo>
                <a:lnTo>
                  <a:pt x="19382" y="8680"/>
                </a:lnTo>
                <a:cubicBezTo>
                  <a:pt x="19381" y="9220"/>
                  <a:pt x="19315" y="9762"/>
                  <a:pt x="19203" y="10290"/>
                </a:cubicBezTo>
                <a:lnTo>
                  <a:pt x="18487" y="13664"/>
                </a:lnTo>
                <a:cubicBezTo>
                  <a:pt x="17687" y="17427"/>
                  <a:pt x="15077" y="19483"/>
                  <a:pt x="11245" y="19483"/>
                </a:cubicBezTo>
                <a:lnTo>
                  <a:pt x="7092" y="19483"/>
                </a:lnTo>
                <a:cubicBezTo>
                  <a:pt x="6718" y="19483"/>
                  <a:pt x="6409" y="19761"/>
                  <a:pt x="6361" y="20121"/>
                </a:cubicBezTo>
                <a:lnTo>
                  <a:pt x="5070" y="26225"/>
                </a:lnTo>
                <a:lnTo>
                  <a:pt x="4932" y="26875"/>
                </a:lnTo>
                <a:cubicBezTo>
                  <a:pt x="4278" y="26304"/>
                  <a:pt x="3647" y="25707"/>
                  <a:pt x="3043" y="25084"/>
                </a:cubicBezTo>
                <a:lnTo>
                  <a:pt x="3170" y="24483"/>
                </a:lnTo>
                <a:lnTo>
                  <a:pt x="4697" y="17267"/>
                </a:lnTo>
                <a:lnTo>
                  <a:pt x="11245" y="17267"/>
                </a:lnTo>
                <a:cubicBezTo>
                  <a:pt x="14053" y="17267"/>
                  <a:pt x="15742" y="15915"/>
                  <a:pt x="16318" y="13203"/>
                </a:cubicBezTo>
                <a:lnTo>
                  <a:pt x="17035" y="9829"/>
                </a:lnTo>
                <a:cubicBezTo>
                  <a:pt x="17119" y="9422"/>
                  <a:pt x="17162" y="9043"/>
                  <a:pt x="17163" y="8698"/>
                </a:cubicBezTo>
                <a:cubicBezTo>
                  <a:pt x="17170" y="6876"/>
                  <a:pt x="16028" y="5965"/>
                  <a:pt x="13738" y="5965"/>
                </a:cubicBezTo>
                <a:lnTo>
                  <a:pt x="5996" y="5965"/>
                </a:lnTo>
                <a:cubicBezTo>
                  <a:pt x="5604" y="5965"/>
                  <a:pt x="5489" y="6152"/>
                  <a:pt x="5408" y="6510"/>
                </a:cubicBezTo>
                <a:lnTo>
                  <a:pt x="1863" y="23202"/>
                </a:lnTo>
                <a:lnTo>
                  <a:pt x="1863" y="23202"/>
                </a:lnTo>
                <a:lnTo>
                  <a:pt x="1762" y="23680"/>
                </a:lnTo>
                <a:cubicBezTo>
                  <a:pt x="1141" y="22957"/>
                  <a:pt x="553" y="22205"/>
                  <a:pt x="0" y="21427"/>
                </a:cubicBezTo>
                <a:close/>
                <a:moveTo>
                  <a:pt x="15502" y="10071"/>
                </a:moveTo>
                <a:cubicBezTo>
                  <a:pt x="15551" y="9781"/>
                  <a:pt x="15601" y="9489"/>
                  <a:pt x="15602" y="9194"/>
                </a:cubicBezTo>
                <a:cubicBezTo>
                  <a:pt x="15606" y="8035"/>
                  <a:pt x="14953" y="7456"/>
                  <a:pt x="13628" y="7456"/>
                </a:cubicBezTo>
                <a:lnTo>
                  <a:pt x="6777" y="7456"/>
                </a:lnTo>
                <a:lnTo>
                  <a:pt x="5027" y="15777"/>
                </a:lnTo>
                <a:lnTo>
                  <a:pt x="11782" y="15777"/>
                </a:lnTo>
                <a:cubicBezTo>
                  <a:pt x="13569" y="15777"/>
                  <a:pt x="14517" y="14747"/>
                  <a:pt x="14883" y="13065"/>
                </a:cubicBezTo>
                <a:lnTo>
                  <a:pt x="15502" y="10071"/>
                </a:lnTo>
                <a:close/>
                <a:moveTo>
                  <a:pt x="6382" y="27141"/>
                </a:moveTo>
                <a:lnTo>
                  <a:pt x="6419" y="26964"/>
                </a:lnTo>
                <a:lnTo>
                  <a:pt x="6556" y="26320"/>
                </a:lnTo>
                <a:lnTo>
                  <a:pt x="6382" y="27141"/>
                </a:lnTo>
                <a:close/>
              </a:path>
            </a:pathLst>
          </a:custGeom>
          <a:gradFill flip="none" rotWithShape="1">
            <a:gsLst>
              <a:gs pos="100000">
                <a:srgbClr val="0B0F13">
                  <a:alpha val="60000"/>
                </a:srgbClr>
              </a:gs>
              <a:gs pos="0">
                <a:srgbClr val="0F1923">
                  <a:alpha val="2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" y="0"/>
            <a:ext cx="1219358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3450875" y="2080720"/>
            <a:ext cx="5290248" cy="1071901"/>
            <a:chOff x="6931819" y="-1054294"/>
            <a:chExt cx="3884612" cy="787400"/>
          </a:xfrm>
          <a:solidFill>
            <a:schemeClr val="bg1">
              <a:lumMod val="95000"/>
            </a:schemeClr>
          </a:solidFill>
        </p:grpSpPr>
        <p:sp>
          <p:nvSpPr>
            <p:cNvPr id="33" name="Freeform 5"/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Freeform 6"/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Freeform 7"/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4878690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A1949EF1-1967-4C52-9940-3DAF24D852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B0F13"/>
              </a:gs>
              <a:gs pos="0">
                <a:srgbClr val="0F1923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9526A626-D064-437A-8D85-522F00A662C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0"/>
            <a:ext cx="5101167" cy="5834592"/>
          </a:xfrm>
          <a:custGeom>
            <a:avLst/>
            <a:gdLst>
              <a:gd name="T0" fmla="*/ 5219 w 26778"/>
              <a:gd name="T1" fmla="*/ 0 h 30629"/>
              <a:gd name="T2" fmla="*/ 0 w 26778"/>
              <a:gd name="T3" fmla="*/ 0 h 30629"/>
              <a:gd name="T4" fmla="*/ 21376 w 26778"/>
              <a:gd name="T5" fmla="*/ 0 h 30629"/>
              <a:gd name="T6" fmla="*/ 26039 w 26778"/>
              <a:gd name="T7" fmla="*/ 2203 h 30629"/>
              <a:gd name="T8" fmla="*/ 22637 w 26778"/>
              <a:gd name="T9" fmla="*/ 18963 h 30629"/>
              <a:gd name="T10" fmla="*/ 9789 w 26778"/>
              <a:gd name="T11" fmla="*/ 30349 h 30629"/>
              <a:gd name="T12" fmla="*/ 4932 w 26778"/>
              <a:gd name="T13" fmla="*/ 26875 h 30629"/>
              <a:gd name="T14" fmla="*/ 6361 w 26778"/>
              <a:gd name="T15" fmla="*/ 20121 h 30629"/>
              <a:gd name="T16" fmla="*/ 11245 w 26778"/>
              <a:gd name="T17" fmla="*/ 19483 h 30629"/>
              <a:gd name="T18" fmla="*/ 19203 w 26778"/>
              <a:gd name="T19" fmla="*/ 10290 h 30629"/>
              <a:gd name="T20" fmla="*/ 19379 w 26778"/>
              <a:gd name="T21" fmla="*/ 8680 h 30629"/>
              <a:gd name="T22" fmla="*/ 13738 w 26778"/>
              <a:gd name="T23" fmla="*/ 3749 h 30629"/>
              <a:gd name="T24" fmla="*/ 3248 w 26778"/>
              <a:gd name="T25" fmla="*/ 6005 h 30629"/>
              <a:gd name="T26" fmla="*/ 62 w 26778"/>
              <a:gd name="T27" fmla="*/ 21128 h 30629"/>
              <a:gd name="T28" fmla="*/ 51 w 26778"/>
              <a:gd name="T29" fmla="*/ 21178 h 30629"/>
              <a:gd name="T30" fmla="*/ 37 w 26778"/>
              <a:gd name="T31" fmla="*/ 21240 h 30629"/>
              <a:gd name="T32" fmla="*/ 24 w 26778"/>
              <a:gd name="T33" fmla="*/ 21301 h 30629"/>
              <a:gd name="T34" fmla="*/ 11 w 26778"/>
              <a:gd name="T35" fmla="*/ 21362 h 30629"/>
              <a:gd name="T36" fmla="*/ 0 w 26778"/>
              <a:gd name="T37" fmla="*/ 21411 h 30629"/>
              <a:gd name="T38" fmla="*/ 1800 w 26778"/>
              <a:gd name="T39" fmla="*/ 5725 h 30629"/>
              <a:gd name="T40" fmla="*/ 5996 w 26778"/>
              <a:gd name="T41" fmla="*/ 2272 h 30629"/>
              <a:gd name="T42" fmla="*/ 13738 w 26778"/>
              <a:gd name="T43" fmla="*/ 2275 h 30629"/>
              <a:gd name="T44" fmla="*/ 20856 w 26778"/>
              <a:gd name="T45" fmla="*/ 8680 h 30629"/>
              <a:gd name="T46" fmla="*/ 20646 w 26778"/>
              <a:gd name="T47" fmla="*/ 10596 h 30629"/>
              <a:gd name="T48" fmla="*/ 11245 w 26778"/>
              <a:gd name="T49" fmla="*/ 20960 h 30629"/>
              <a:gd name="T50" fmla="*/ 6556 w 26778"/>
              <a:gd name="T51" fmla="*/ 26320 h 30629"/>
              <a:gd name="T52" fmla="*/ 25301 w 26778"/>
              <a:gd name="T53" fmla="*/ 3482 h 30629"/>
              <a:gd name="T54" fmla="*/ 15837 w 26778"/>
              <a:gd name="T55" fmla="*/ 0 h 30629"/>
              <a:gd name="T56" fmla="*/ 3043 w 26778"/>
              <a:gd name="T57" fmla="*/ 25084 h 30629"/>
              <a:gd name="T58" fmla="*/ 1863 w 26778"/>
              <a:gd name="T59" fmla="*/ 23202 h 30629"/>
              <a:gd name="T60" fmla="*/ 5408 w 26778"/>
              <a:gd name="T61" fmla="*/ 6510 h 30629"/>
              <a:gd name="T62" fmla="*/ 13738 w 26778"/>
              <a:gd name="T63" fmla="*/ 5965 h 30629"/>
              <a:gd name="T64" fmla="*/ 17035 w 26778"/>
              <a:gd name="T65" fmla="*/ 9829 h 30629"/>
              <a:gd name="T66" fmla="*/ 11245 w 26778"/>
              <a:gd name="T67" fmla="*/ 17267 h 30629"/>
              <a:gd name="T68" fmla="*/ 3170 w 26778"/>
              <a:gd name="T69" fmla="*/ 24483 h 30629"/>
              <a:gd name="T70" fmla="*/ 15602 w 26778"/>
              <a:gd name="T71" fmla="*/ 9194 h 30629"/>
              <a:gd name="T72" fmla="*/ 6777 w 26778"/>
              <a:gd name="T73" fmla="*/ 7456 h 30629"/>
              <a:gd name="T74" fmla="*/ 11782 w 26778"/>
              <a:gd name="T75" fmla="*/ 15777 h 30629"/>
              <a:gd name="T76" fmla="*/ 15502 w 26778"/>
              <a:gd name="T77" fmla="*/ 10071 h 30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6778" h="30629">
                <a:moveTo>
                  <a:pt x="0" y="0"/>
                </a:moveTo>
                <a:lnTo>
                  <a:pt x="5219" y="0"/>
                </a:lnTo>
                <a:cubicBezTo>
                  <a:pt x="3417" y="327"/>
                  <a:pt x="1672" y="817"/>
                  <a:pt x="0" y="1455"/>
                </a:cubicBezTo>
                <a:lnTo>
                  <a:pt x="0" y="0"/>
                </a:lnTo>
                <a:close/>
                <a:moveTo>
                  <a:pt x="15837" y="0"/>
                </a:moveTo>
                <a:lnTo>
                  <a:pt x="21376" y="0"/>
                </a:lnTo>
                <a:cubicBezTo>
                  <a:pt x="22998" y="606"/>
                  <a:pt x="24556" y="1344"/>
                  <a:pt x="26039" y="2202"/>
                </a:cubicBezTo>
                <a:lnTo>
                  <a:pt x="26039" y="2203"/>
                </a:lnTo>
                <a:cubicBezTo>
                  <a:pt x="26481" y="2458"/>
                  <a:pt x="26778" y="2935"/>
                  <a:pt x="26778" y="3482"/>
                </a:cubicBezTo>
                <a:cubicBezTo>
                  <a:pt x="26778" y="9113"/>
                  <a:pt x="25271" y="14401"/>
                  <a:pt x="22637" y="18963"/>
                </a:cubicBezTo>
                <a:cubicBezTo>
                  <a:pt x="19916" y="23678"/>
                  <a:pt x="15995" y="27608"/>
                  <a:pt x="11294" y="30333"/>
                </a:cubicBezTo>
                <a:cubicBezTo>
                  <a:pt x="10848" y="30604"/>
                  <a:pt x="10272" y="30629"/>
                  <a:pt x="9789" y="30349"/>
                </a:cubicBezTo>
                <a:cubicBezTo>
                  <a:pt x="8540" y="29627"/>
                  <a:pt x="7346" y="28819"/>
                  <a:pt x="6214" y="27934"/>
                </a:cubicBezTo>
                <a:cubicBezTo>
                  <a:pt x="5777" y="27593"/>
                  <a:pt x="5350" y="27239"/>
                  <a:pt x="4932" y="26875"/>
                </a:cubicBezTo>
                <a:lnTo>
                  <a:pt x="5070" y="26225"/>
                </a:lnTo>
                <a:lnTo>
                  <a:pt x="6361" y="20121"/>
                </a:lnTo>
                <a:cubicBezTo>
                  <a:pt x="6409" y="19761"/>
                  <a:pt x="6718" y="19483"/>
                  <a:pt x="7092" y="19483"/>
                </a:cubicBezTo>
                <a:lnTo>
                  <a:pt x="11245" y="19483"/>
                </a:lnTo>
                <a:cubicBezTo>
                  <a:pt x="15077" y="19483"/>
                  <a:pt x="17687" y="17427"/>
                  <a:pt x="18487" y="13664"/>
                </a:cubicBezTo>
                <a:lnTo>
                  <a:pt x="19203" y="10290"/>
                </a:lnTo>
                <a:cubicBezTo>
                  <a:pt x="19315" y="9762"/>
                  <a:pt x="19381" y="9220"/>
                  <a:pt x="19382" y="8680"/>
                </a:cubicBezTo>
                <a:lnTo>
                  <a:pt x="19379" y="8680"/>
                </a:lnTo>
                <a:cubicBezTo>
                  <a:pt x="19379" y="5304"/>
                  <a:pt x="16865" y="3751"/>
                  <a:pt x="13738" y="3747"/>
                </a:cubicBezTo>
                <a:lnTo>
                  <a:pt x="13738" y="3749"/>
                </a:lnTo>
                <a:lnTo>
                  <a:pt x="5996" y="3749"/>
                </a:lnTo>
                <a:cubicBezTo>
                  <a:pt x="4565" y="3749"/>
                  <a:pt x="3565" y="4629"/>
                  <a:pt x="3248" y="6005"/>
                </a:cubicBezTo>
                <a:cubicBezTo>
                  <a:pt x="2488" y="9969"/>
                  <a:pt x="1187" y="15949"/>
                  <a:pt x="62" y="21128"/>
                </a:cubicBezTo>
                <a:lnTo>
                  <a:pt x="62" y="21128"/>
                </a:lnTo>
                <a:lnTo>
                  <a:pt x="57" y="21148"/>
                </a:lnTo>
                <a:lnTo>
                  <a:pt x="51" y="21178"/>
                </a:lnTo>
                <a:lnTo>
                  <a:pt x="44" y="21209"/>
                </a:lnTo>
                <a:lnTo>
                  <a:pt x="37" y="21240"/>
                </a:lnTo>
                <a:lnTo>
                  <a:pt x="31" y="21270"/>
                </a:lnTo>
                <a:lnTo>
                  <a:pt x="24" y="21301"/>
                </a:lnTo>
                <a:lnTo>
                  <a:pt x="17" y="21331"/>
                </a:lnTo>
                <a:lnTo>
                  <a:pt x="11" y="21362"/>
                </a:lnTo>
                <a:lnTo>
                  <a:pt x="4" y="21392"/>
                </a:lnTo>
                <a:lnTo>
                  <a:pt x="0" y="21411"/>
                </a:lnTo>
                <a:lnTo>
                  <a:pt x="0" y="14208"/>
                </a:lnTo>
                <a:lnTo>
                  <a:pt x="1800" y="5725"/>
                </a:lnTo>
                <a:cubicBezTo>
                  <a:pt x="1804" y="5709"/>
                  <a:pt x="1807" y="5694"/>
                  <a:pt x="1812" y="5678"/>
                </a:cubicBezTo>
                <a:cubicBezTo>
                  <a:pt x="2281" y="3636"/>
                  <a:pt x="3880" y="2272"/>
                  <a:pt x="5996" y="2272"/>
                </a:cubicBezTo>
                <a:lnTo>
                  <a:pt x="13738" y="2272"/>
                </a:lnTo>
                <a:lnTo>
                  <a:pt x="13738" y="2275"/>
                </a:lnTo>
                <a:cubicBezTo>
                  <a:pt x="15515" y="2278"/>
                  <a:pt x="17349" y="2718"/>
                  <a:pt x="18744" y="3870"/>
                </a:cubicBezTo>
                <a:cubicBezTo>
                  <a:pt x="20053" y="4952"/>
                  <a:pt x="20856" y="6557"/>
                  <a:pt x="20856" y="8680"/>
                </a:cubicBezTo>
                <a:lnTo>
                  <a:pt x="20853" y="8680"/>
                </a:lnTo>
                <a:cubicBezTo>
                  <a:pt x="20852" y="9330"/>
                  <a:pt x="20781" y="9960"/>
                  <a:pt x="20646" y="10596"/>
                </a:cubicBezTo>
                <a:lnTo>
                  <a:pt x="19929" y="13970"/>
                </a:lnTo>
                <a:cubicBezTo>
                  <a:pt x="18986" y="18412"/>
                  <a:pt x="15773" y="20960"/>
                  <a:pt x="11245" y="20960"/>
                </a:cubicBezTo>
                <a:lnTo>
                  <a:pt x="7689" y="20960"/>
                </a:lnTo>
                <a:lnTo>
                  <a:pt x="6556" y="26320"/>
                </a:lnTo>
                <a:cubicBezTo>
                  <a:pt x="7799" y="27341"/>
                  <a:pt x="9127" y="28264"/>
                  <a:pt x="10528" y="29074"/>
                </a:cubicBezTo>
                <a:cubicBezTo>
                  <a:pt x="19359" y="23966"/>
                  <a:pt x="25301" y="14418"/>
                  <a:pt x="25301" y="3482"/>
                </a:cubicBezTo>
                <a:lnTo>
                  <a:pt x="25301" y="3477"/>
                </a:lnTo>
                <a:cubicBezTo>
                  <a:pt x="22418" y="1810"/>
                  <a:pt x="19228" y="616"/>
                  <a:pt x="15837" y="0"/>
                </a:cubicBezTo>
                <a:close/>
                <a:moveTo>
                  <a:pt x="3170" y="24483"/>
                </a:moveTo>
                <a:lnTo>
                  <a:pt x="3043" y="25084"/>
                </a:lnTo>
                <a:cubicBezTo>
                  <a:pt x="2602" y="24629"/>
                  <a:pt x="2175" y="24161"/>
                  <a:pt x="1762" y="23680"/>
                </a:cubicBezTo>
                <a:lnTo>
                  <a:pt x="1863" y="23202"/>
                </a:lnTo>
                <a:lnTo>
                  <a:pt x="1863" y="23202"/>
                </a:lnTo>
                <a:lnTo>
                  <a:pt x="5408" y="6510"/>
                </a:lnTo>
                <a:cubicBezTo>
                  <a:pt x="5489" y="6152"/>
                  <a:pt x="5604" y="5965"/>
                  <a:pt x="5996" y="5965"/>
                </a:cubicBezTo>
                <a:lnTo>
                  <a:pt x="13738" y="5965"/>
                </a:lnTo>
                <a:cubicBezTo>
                  <a:pt x="16028" y="5965"/>
                  <a:pt x="17170" y="6876"/>
                  <a:pt x="17163" y="8698"/>
                </a:cubicBezTo>
                <a:cubicBezTo>
                  <a:pt x="17162" y="9043"/>
                  <a:pt x="17119" y="9422"/>
                  <a:pt x="17035" y="9829"/>
                </a:cubicBezTo>
                <a:lnTo>
                  <a:pt x="16318" y="13203"/>
                </a:lnTo>
                <a:cubicBezTo>
                  <a:pt x="15742" y="15915"/>
                  <a:pt x="14053" y="17267"/>
                  <a:pt x="11245" y="17267"/>
                </a:cubicBezTo>
                <a:lnTo>
                  <a:pt x="4697" y="17267"/>
                </a:lnTo>
                <a:lnTo>
                  <a:pt x="3170" y="24483"/>
                </a:lnTo>
                <a:close/>
                <a:moveTo>
                  <a:pt x="15502" y="10071"/>
                </a:moveTo>
                <a:cubicBezTo>
                  <a:pt x="15551" y="9781"/>
                  <a:pt x="15601" y="9489"/>
                  <a:pt x="15602" y="9194"/>
                </a:cubicBezTo>
                <a:cubicBezTo>
                  <a:pt x="15606" y="8035"/>
                  <a:pt x="14953" y="7456"/>
                  <a:pt x="13628" y="7456"/>
                </a:cubicBezTo>
                <a:lnTo>
                  <a:pt x="6777" y="7456"/>
                </a:lnTo>
                <a:lnTo>
                  <a:pt x="5027" y="15777"/>
                </a:lnTo>
                <a:lnTo>
                  <a:pt x="11782" y="15777"/>
                </a:lnTo>
                <a:cubicBezTo>
                  <a:pt x="13569" y="15777"/>
                  <a:pt x="14517" y="14747"/>
                  <a:pt x="14883" y="13065"/>
                </a:cubicBezTo>
                <a:lnTo>
                  <a:pt x="15502" y="10071"/>
                </a:lnTo>
                <a:close/>
              </a:path>
            </a:pathLst>
          </a:custGeom>
          <a:gradFill flip="none" rotWithShape="1">
            <a:gsLst>
              <a:gs pos="100000">
                <a:srgbClr val="0B0F13">
                  <a:alpha val="60000"/>
                </a:srgbClr>
              </a:gs>
              <a:gs pos="0">
                <a:srgbClr val="0F1923">
                  <a:alpha val="2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" y="0"/>
            <a:ext cx="1219358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00407-844E-4767-8C49-4B2F85B062D9}"/>
              </a:ext>
            </a:extLst>
          </p:cNvPr>
          <p:cNvGrpSpPr/>
          <p:nvPr userDrawn="1"/>
        </p:nvGrpSpPr>
        <p:grpSpPr>
          <a:xfrm>
            <a:off x="3450875" y="2080720"/>
            <a:ext cx="5290248" cy="1071901"/>
            <a:chOff x="6931819" y="-1054294"/>
            <a:chExt cx="3884612" cy="787400"/>
          </a:xfrm>
          <a:solidFill>
            <a:schemeClr val="bg1">
              <a:lumMod val="95000"/>
            </a:schemeClr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4154AF8-3EB8-4827-9F82-8D421CABF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C44B80E-BD4D-4AF5-B8E7-E098386D84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BE8B51-4B32-48D2-871A-A31393FD78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9627575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A1949EF1-1967-4C52-9940-3DAF24D852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0">
                <a:schemeClr val="bg1">
                  <a:lumMod val="95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BF4502D1-FC06-49AC-A54C-2399473FE78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0"/>
            <a:ext cx="5101167" cy="5834592"/>
          </a:xfrm>
          <a:custGeom>
            <a:avLst/>
            <a:gdLst>
              <a:gd name="T0" fmla="*/ 21376 w 26778"/>
              <a:gd name="T1" fmla="*/ 0 h 30629"/>
              <a:gd name="T2" fmla="*/ 26039 w 26778"/>
              <a:gd name="T3" fmla="*/ 2203 h 30629"/>
              <a:gd name="T4" fmla="*/ 22637 w 26778"/>
              <a:gd name="T5" fmla="*/ 18963 h 30629"/>
              <a:gd name="T6" fmla="*/ 9789 w 26778"/>
              <a:gd name="T7" fmla="*/ 30349 h 30629"/>
              <a:gd name="T8" fmla="*/ 6419 w 26778"/>
              <a:gd name="T9" fmla="*/ 26964 h 30629"/>
              <a:gd name="T10" fmla="*/ 11245 w 26778"/>
              <a:gd name="T11" fmla="*/ 20960 h 30629"/>
              <a:gd name="T12" fmla="*/ 20646 w 26778"/>
              <a:gd name="T13" fmla="*/ 10596 h 30629"/>
              <a:gd name="T14" fmla="*/ 20856 w 26778"/>
              <a:gd name="T15" fmla="*/ 8680 h 30629"/>
              <a:gd name="T16" fmla="*/ 13738 w 26778"/>
              <a:gd name="T17" fmla="*/ 2275 h 30629"/>
              <a:gd name="T18" fmla="*/ 5996 w 26778"/>
              <a:gd name="T19" fmla="*/ 2272 h 30629"/>
              <a:gd name="T20" fmla="*/ 1800 w 26778"/>
              <a:gd name="T21" fmla="*/ 5725 h 30629"/>
              <a:gd name="T22" fmla="*/ 0 w 26778"/>
              <a:gd name="T23" fmla="*/ 0 h 30629"/>
              <a:gd name="T24" fmla="*/ 0 w 26778"/>
              <a:gd name="T25" fmla="*/ 21413 h 30629"/>
              <a:gd name="T26" fmla="*/ 62 w 26778"/>
              <a:gd name="T27" fmla="*/ 21128 h 30629"/>
              <a:gd name="T28" fmla="*/ 5996 w 26778"/>
              <a:gd name="T29" fmla="*/ 3749 h 30629"/>
              <a:gd name="T30" fmla="*/ 13738 w 26778"/>
              <a:gd name="T31" fmla="*/ 3747 h 30629"/>
              <a:gd name="T32" fmla="*/ 19382 w 26778"/>
              <a:gd name="T33" fmla="*/ 8680 h 30629"/>
              <a:gd name="T34" fmla="*/ 18487 w 26778"/>
              <a:gd name="T35" fmla="*/ 13664 h 30629"/>
              <a:gd name="T36" fmla="*/ 7092 w 26778"/>
              <a:gd name="T37" fmla="*/ 19483 h 30629"/>
              <a:gd name="T38" fmla="*/ 5070 w 26778"/>
              <a:gd name="T39" fmla="*/ 26225 h 30629"/>
              <a:gd name="T40" fmla="*/ 3043 w 26778"/>
              <a:gd name="T41" fmla="*/ 25084 h 30629"/>
              <a:gd name="T42" fmla="*/ 4697 w 26778"/>
              <a:gd name="T43" fmla="*/ 17267 h 30629"/>
              <a:gd name="T44" fmla="*/ 16318 w 26778"/>
              <a:gd name="T45" fmla="*/ 13203 h 30629"/>
              <a:gd name="T46" fmla="*/ 17163 w 26778"/>
              <a:gd name="T47" fmla="*/ 8698 h 30629"/>
              <a:gd name="T48" fmla="*/ 5996 w 26778"/>
              <a:gd name="T49" fmla="*/ 5965 h 30629"/>
              <a:gd name="T50" fmla="*/ 1863 w 26778"/>
              <a:gd name="T51" fmla="*/ 23202 h 30629"/>
              <a:gd name="T52" fmla="*/ 1762 w 26778"/>
              <a:gd name="T53" fmla="*/ 23680 h 30629"/>
              <a:gd name="T54" fmla="*/ 15502 w 26778"/>
              <a:gd name="T55" fmla="*/ 10071 h 30629"/>
              <a:gd name="T56" fmla="*/ 13628 w 26778"/>
              <a:gd name="T57" fmla="*/ 7456 h 30629"/>
              <a:gd name="T58" fmla="*/ 5027 w 26778"/>
              <a:gd name="T59" fmla="*/ 15777 h 30629"/>
              <a:gd name="T60" fmla="*/ 14883 w 26778"/>
              <a:gd name="T61" fmla="*/ 13065 h 30629"/>
              <a:gd name="T62" fmla="*/ 6382 w 26778"/>
              <a:gd name="T63" fmla="*/ 27141 h 30629"/>
              <a:gd name="T64" fmla="*/ 6556 w 26778"/>
              <a:gd name="T65" fmla="*/ 26320 h 30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778" h="30629">
                <a:moveTo>
                  <a:pt x="0" y="0"/>
                </a:moveTo>
                <a:lnTo>
                  <a:pt x="21376" y="0"/>
                </a:lnTo>
                <a:cubicBezTo>
                  <a:pt x="22998" y="606"/>
                  <a:pt x="24556" y="1344"/>
                  <a:pt x="26039" y="2202"/>
                </a:cubicBezTo>
                <a:lnTo>
                  <a:pt x="26039" y="2203"/>
                </a:lnTo>
                <a:cubicBezTo>
                  <a:pt x="26481" y="2458"/>
                  <a:pt x="26778" y="2935"/>
                  <a:pt x="26778" y="3482"/>
                </a:cubicBezTo>
                <a:cubicBezTo>
                  <a:pt x="26778" y="9113"/>
                  <a:pt x="25271" y="14401"/>
                  <a:pt x="22637" y="18963"/>
                </a:cubicBezTo>
                <a:cubicBezTo>
                  <a:pt x="19916" y="23678"/>
                  <a:pt x="15995" y="27608"/>
                  <a:pt x="11294" y="30333"/>
                </a:cubicBezTo>
                <a:cubicBezTo>
                  <a:pt x="10848" y="30604"/>
                  <a:pt x="10272" y="30629"/>
                  <a:pt x="9789" y="30349"/>
                </a:cubicBezTo>
                <a:cubicBezTo>
                  <a:pt x="8540" y="29627"/>
                  <a:pt x="7346" y="28819"/>
                  <a:pt x="6214" y="27934"/>
                </a:cubicBezTo>
                <a:lnTo>
                  <a:pt x="6419" y="26964"/>
                </a:lnTo>
                <a:lnTo>
                  <a:pt x="7689" y="20960"/>
                </a:lnTo>
                <a:lnTo>
                  <a:pt x="11245" y="20960"/>
                </a:lnTo>
                <a:cubicBezTo>
                  <a:pt x="15773" y="20960"/>
                  <a:pt x="18986" y="18412"/>
                  <a:pt x="19929" y="13970"/>
                </a:cubicBezTo>
                <a:lnTo>
                  <a:pt x="20646" y="10596"/>
                </a:lnTo>
                <a:cubicBezTo>
                  <a:pt x="20781" y="9960"/>
                  <a:pt x="20852" y="9330"/>
                  <a:pt x="20853" y="8680"/>
                </a:cubicBezTo>
                <a:lnTo>
                  <a:pt x="20856" y="8680"/>
                </a:lnTo>
                <a:cubicBezTo>
                  <a:pt x="20856" y="6557"/>
                  <a:pt x="20053" y="4952"/>
                  <a:pt x="18744" y="3870"/>
                </a:cubicBezTo>
                <a:cubicBezTo>
                  <a:pt x="17349" y="2718"/>
                  <a:pt x="15515" y="2278"/>
                  <a:pt x="13738" y="2275"/>
                </a:cubicBezTo>
                <a:lnTo>
                  <a:pt x="13738" y="2272"/>
                </a:lnTo>
                <a:lnTo>
                  <a:pt x="5996" y="2272"/>
                </a:lnTo>
                <a:cubicBezTo>
                  <a:pt x="3880" y="2272"/>
                  <a:pt x="2281" y="3636"/>
                  <a:pt x="1812" y="5678"/>
                </a:cubicBezTo>
                <a:cubicBezTo>
                  <a:pt x="1807" y="5694"/>
                  <a:pt x="1804" y="5709"/>
                  <a:pt x="1800" y="5725"/>
                </a:cubicBezTo>
                <a:lnTo>
                  <a:pt x="0" y="14208"/>
                </a:lnTo>
                <a:lnTo>
                  <a:pt x="0" y="0"/>
                </a:lnTo>
                <a:close/>
                <a:moveTo>
                  <a:pt x="0" y="21427"/>
                </a:moveTo>
                <a:lnTo>
                  <a:pt x="0" y="21413"/>
                </a:lnTo>
                <a:lnTo>
                  <a:pt x="62" y="21128"/>
                </a:lnTo>
                <a:lnTo>
                  <a:pt x="62" y="21128"/>
                </a:lnTo>
                <a:cubicBezTo>
                  <a:pt x="1187" y="15949"/>
                  <a:pt x="2488" y="9969"/>
                  <a:pt x="3248" y="6005"/>
                </a:cubicBezTo>
                <a:cubicBezTo>
                  <a:pt x="3565" y="4629"/>
                  <a:pt x="4565" y="3749"/>
                  <a:pt x="5996" y="3749"/>
                </a:cubicBezTo>
                <a:lnTo>
                  <a:pt x="13738" y="3749"/>
                </a:lnTo>
                <a:lnTo>
                  <a:pt x="13738" y="3747"/>
                </a:lnTo>
                <a:cubicBezTo>
                  <a:pt x="16865" y="3751"/>
                  <a:pt x="19379" y="5304"/>
                  <a:pt x="19379" y="8680"/>
                </a:cubicBezTo>
                <a:lnTo>
                  <a:pt x="19382" y="8680"/>
                </a:lnTo>
                <a:cubicBezTo>
                  <a:pt x="19381" y="9220"/>
                  <a:pt x="19315" y="9762"/>
                  <a:pt x="19203" y="10290"/>
                </a:cubicBezTo>
                <a:lnTo>
                  <a:pt x="18487" y="13664"/>
                </a:lnTo>
                <a:cubicBezTo>
                  <a:pt x="17687" y="17427"/>
                  <a:pt x="15077" y="19483"/>
                  <a:pt x="11245" y="19483"/>
                </a:cubicBezTo>
                <a:lnTo>
                  <a:pt x="7092" y="19483"/>
                </a:lnTo>
                <a:cubicBezTo>
                  <a:pt x="6718" y="19483"/>
                  <a:pt x="6409" y="19761"/>
                  <a:pt x="6361" y="20121"/>
                </a:cubicBezTo>
                <a:lnTo>
                  <a:pt x="5070" y="26225"/>
                </a:lnTo>
                <a:lnTo>
                  <a:pt x="4932" y="26875"/>
                </a:lnTo>
                <a:cubicBezTo>
                  <a:pt x="4278" y="26304"/>
                  <a:pt x="3647" y="25707"/>
                  <a:pt x="3043" y="25084"/>
                </a:cubicBezTo>
                <a:lnTo>
                  <a:pt x="3170" y="24483"/>
                </a:lnTo>
                <a:lnTo>
                  <a:pt x="4697" y="17267"/>
                </a:lnTo>
                <a:lnTo>
                  <a:pt x="11245" y="17267"/>
                </a:lnTo>
                <a:cubicBezTo>
                  <a:pt x="14053" y="17267"/>
                  <a:pt x="15742" y="15915"/>
                  <a:pt x="16318" y="13203"/>
                </a:cubicBezTo>
                <a:lnTo>
                  <a:pt x="17035" y="9829"/>
                </a:lnTo>
                <a:cubicBezTo>
                  <a:pt x="17119" y="9422"/>
                  <a:pt x="17162" y="9043"/>
                  <a:pt x="17163" y="8698"/>
                </a:cubicBezTo>
                <a:cubicBezTo>
                  <a:pt x="17170" y="6876"/>
                  <a:pt x="16028" y="5965"/>
                  <a:pt x="13738" y="5965"/>
                </a:cubicBezTo>
                <a:lnTo>
                  <a:pt x="5996" y="5965"/>
                </a:lnTo>
                <a:cubicBezTo>
                  <a:pt x="5604" y="5965"/>
                  <a:pt x="5489" y="6152"/>
                  <a:pt x="5408" y="6510"/>
                </a:cubicBezTo>
                <a:lnTo>
                  <a:pt x="1863" y="23202"/>
                </a:lnTo>
                <a:lnTo>
                  <a:pt x="1863" y="23202"/>
                </a:lnTo>
                <a:lnTo>
                  <a:pt x="1762" y="23680"/>
                </a:lnTo>
                <a:cubicBezTo>
                  <a:pt x="1141" y="22957"/>
                  <a:pt x="553" y="22205"/>
                  <a:pt x="0" y="21427"/>
                </a:cubicBezTo>
                <a:close/>
                <a:moveTo>
                  <a:pt x="15502" y="10071"/>
                </a:moveTo>
                <a:cubicBezTo>
                  <a:pt x="15551" y="9781"/>
                  <a:pt x="15601" y="9489"/>
                  <a:pt x="15602" y="9194"/>
                </a:cubicBezTo>
                <a:cubicBezTo>
                  <a:pt x="15606" y="8035"/>
                  <a:pt x="14953" y="7456"/>
                  <a:pt x="13628" y="7456"/>
                </a:cubicBezTo>
                <a:lnTo>
                  <a:pt x="6777" y="7456"/>
                </a:lnTo>
                <a:lnTo>
                  <a:pt x="5027" y="15777"/>
                </a:lnTo>
                <a:lnTo>
                  <a:pt x="11782" y="15777"/>
                </a:lnTo>
                <a:cubicBezTo>
                  <a:pt x="13569" y="15777"/>
                  <a:pt x="14517" y="14747"/>
                  <a:pt x="14883" y="13065"/>
                </a:cubicBezTo>
                <a:lnTo>
                  <a:pt x="15502" y="10071"/>
                </a:lnTo>
                <a:close/>
                <a:moveTo>
                  <a:pt x="6382" y="27141"/>
                </a:moveTo>
                <a:lnTo>
                  <a:pt x="6419" y="26964"/>
                </a:lnTo>
                <a:lnTo>
                  <a:pt x="6556" y="26320"/>
                </a:lnTo>
                <a:lnTo>
                  <a:pt x="6382" y="27141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85000"/>
                  <a:alpha val="30000"/>
                </a:schemeClr>
              </a:gs>
              <a:gs pos="0">
                <a:schemeClr val="bg1">
                  <a:alpha val="70000"/>
                  <a:lumMod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" y="0"/>
            <a:ext cx="1219358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6BC01B-2CAD-4D0F-B8F7-11AFF86D3042}"/>
              </a:ext>
            </a:extLst>
          </p:cNvPr>
          <p:cNvGrpSpPr/>
          <p:nvPr userDrawn="1"/>
        </p:nvGrpSpPr>
        <p:grpSpPr>
          <a:xfrm>
            <a:off x="3450875" y="2080720"/>
            <a:ext cx="5290248" cy="1071901"/>
            <a:chOff x="6931819" y="-1054294"/>
            <a:chExt cx="3884612" cy="787400"/>
          </a:xfrm>
          <a:solidFill>
            <a:srgbClr val="1D2228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FB595DF-500F-4714-BFBC-A5297BEE24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2CE31D9-71B5-4775-A77D-71750E2F18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E94B2010-1B49-4674-8EB3-DCA098065B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3890347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A1949EF1-1967-4C52-9940-3DAF24D852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bg1">
                  <a:lumMod val="85000"/>
                </a:schemeClr>
              </a:gs>
              <a:gs pos="0">
                <a:schemeClr val="bg1">
                  <a:lumMod val="95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9526A626-D064-437A-8D85-522F00A662C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0"/>
            <a:ext cx="5101167" cy="5834592"/>
          </a:xfrm>
          <a:custGeom>
            <a:avLst/>
            <a:gdLst>
              <a:gd name="T0" fmla="*/ 5219 w 26778"/>
              <a:gd name="T1" fmla="*/ 0 h 30629"/>
              <a:gd name="T2" fmla="*/ 0 w 26778"/>
              <a:gd name="T3" fmla="*/ 0 h 30629"/>
              <a:gd name="T4" fmla="*/ 21376 w 26778"/>
              <a:gd name="T5" fmla="*/ 0 h 30629"/>
              <a:gd name="T6" fmla="*/ 26039 w 26778"/>
              <a:gd name="T7" fmla="*/ 2203 h 30629"/>
              <a:gd name="T8" fmla="*/ 22637 w 26778"/>
              <a:gd name="T9" fmla="*/ 18963 h 30629"/>
              <a:gd name="T10" fmla="*/ 9789 w 26778"/>
              <a:gd name="T11" fmla="*/ 30349 h 30629"/>
              <a:gd name="T12" fmla="*/ 4932 w 26778"/>
              <a:gd name="T13" fmla="*/ 26875 h 30629"/>
              <a:gd name="T14" fmla="*/ 6361 w 26778"/>
              <a:gd name="T15" fmla="*/ 20121 h 30629"/>
              <a:gd name="T16" fmla="*/ 11245 w 26778"/>
              <a:gd name="T17" fmla="*/ 19483 h 30629"/>
              <a:gd name="T18" fmla="*/ 19203 w 26778"/>
              <a:gd name="T19" fmla="*/ 10290 h 30629"/>
              <a:gd name="T20" fmla="*/ 19379 w 26778"/>
              <a:gd name="T21" fmla="*/ 8680 h 30629"/>
              <a:gd name="T22" fmla="*/ 13738 w 26778"/>
              <a:gd name="T23" fmla="*/ 3749 h 30629"/>
              <a:gd name="T24" fmla="*/ 3248 w 26778"/>
              <a:gd name="T25" fmla="*/ 6005 h 30629"/>
              <a:gd name="T26" fmla="*/ 62 w 26778"/>
              <a:gd name="T27" fmla="*/ 21128 h 30629"/>
              <a:gd name="T28" fmla="*/ 51 w 26778"/>
              <a:gd name="T29" fmla="*/ 21178 h 30629"/>
              <a:gd name="T30" fmla="*/ 37 w 26778"/>
              <a:gd name="T31" fmla="*/ 21240 h 30629"/>
              <a:gd name="T32" fmla="*/ 24 w 26778"/>
              <a:gd name="T33" fmla="*/ 21301 h 30629"/>
              <a:gd name="T34" fmla="*/ 11 w 26778"/>
              <a:gd name="T35" fmla="*/ 21362 h 30629"/>
              <a:gd name="T36" fmla="*/ 0 w 26778"/>
              <a:gd name="T37" fmla="*/ 21411 h 30629"/>
              <a:gd name="T38" fmla="*/ 1800 w 26778"/>
              <a:gd name="T39" fmla="*/ 5725 h 30629"/>
              <a:gd name="T40" fmla="*/ 5996 w 26778"/>
              <a:gd name="T41" fmla="*/ 2272 h 30629"/>
              <a:gd name="T42" fmla="*/ 13738 w 26778"/>
              <a:gd name="T43" fmla="*/ 2275 h 30629"/>
              <a:gd name="T44" fmla="*/ 20856 w 26778"/>
              <a:gd name="T45" fmla="*/ 8680 h 30629"/>
              <a:gd name="T46" fmla="*/ 20646 w 26778"/>
              <a:gd name="T47" fmla="*/ 10596 h 30629"/>
              <a:gd name="T48" fmla="*/ 11245 w 26778"/>
              <a:gd name="T49" fmla="*/ 20960 h 30629"/>
              <a:gd name="T50" fmla="*/ 6556 w 26778"/>
              <a:gd name="T51" fmla="*/ 26320 h 30629"/>
              <a:gd name="T52" fmla="*/ 25301 w 26778"/>
              <a:gd name="T53" fmla="*/ 3482 h 30629"/>
              <a:gd name="T54" fmla="*/ 15837 w 26778"/>
              <a:gd name="T55" fmla="*/ 0 h 30629"/>
              <a:gd name="T56" fmla="*/ 3043 w 26778"/>
              <a:gd name="T57" fmla="*/ 25084 h 30629"/>
              <a:gd name="T58" fmla="*/ 1863 w 26778"/>
              <a:gd name="T59" fmla="*/ 23202 h 30629"/>
              <a:gd name="T60" fmla="*/ 5408 w 26778"/>
              <a:gd name="T61" fmla="*/ 6510 h 30629"/>
              <a:gd name="T62" fmla="*/ 13738 w 26778"/>
              <a:gd name="T63" fmla="*/ 5965 h 30629"/>
              <a:gd name="T64" fmla="*/ 17035 w 26778"/>
              <a:gd name="T65" fmla="*/ 9829 h 30629"/>
              <a:gd name="T66" fmla="*/ 11245 w 26778"/>
              <a:gd name="T67" fmla="*/ 17267 h 30629"/>
              <a:gd name="T68" fmla="*/ 3170 w 26778"/>
              <a:gd name="T69" fmla="*/ 24483 h 30629"/>
              <a:gd name="T70" fmla="*/ 15602 w 26778"/>
              <a:gd name="T71" fmla="*/ 9194 h 30629"/>
              <a:gd name="T72" fmla="*/ 6777 w 26778"/>
              <a:gd name="T73" fmla="*/ 7456 h 30629"/>
              <a:gd name="T74" fmla="*/ 11782 w 26778"/>
              <a:gd name="T75" fmla="*/ 15777 h 30629"/>
              <a:gd name="T76" fmla="*/ 15502 w 26778"/>
              <a:gd name="T77" fmla="*/ 10071 h 30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6778" h="30629">
                <a:moveTo>
                  <a:pt x="0" y="0"/>
                </a:moveTo>
                <a:lnTo>
                  <a:pt x="5219" y="0"/>
                </a:lnTo>
                <a:cubicBezTo>
                  <a:pt x="3417" y="327"/>
                  <a:pt x="1672" y="817"/>
                  <a:pt x="0" y="1455"/>
                </a:cubicBezTo>
                <a:lnTo>
                  <a:pt x="0" y="0"/>
                </a:lnTo>
                <a:close/>
                <a:moveTo>
                  <a:pt x="15837" y="0"/>
                </a:moveTo>
                <a:lnTo>
                  <a:pt x="21376" y="0"/>
                </a:lnTo>
                <a:cubicBezTo>
                  <a:pt x="22998" y="606"/>
                  <a:pt x="24556" y="1344"/>
                  <a:pt x="26039" y="2202"/>
                </a:cubicBezTo>
                <a:lnTo>
                  <a:pt x="26039" y="2203"/>
                </a:lnTo>
                <a:cubicBezTo>
                  <a:pt x="26481" y="2458"/>
                  <a:pt x="26778" y="2935"/>
                  <a:pt x="26778" y="3482"/>
                </a:cubicBezTo>
                <a:cubicBezTo>
                  <a:pt x="26778" y="9113"/>
                  <a:pt x="25271" y="14401"/>
                  <a:pt x="22637" y="18963"/>
                </a:cubicBezTo>
                <a:cubicBezTo>
                  <a:pt x="19916" y="23678"/>
                  <a:pt x="15995" y="27608"/>
                  <a:pt x="11294" y="30333"/>
                </a:cubicBezTo>
                <a:cubicBezTo>
                  <a:pt x="10848" y="30604"/>
                  <a:pt x="10272" y="30629"/>
                  <a:pt x="9789" y="30349"/>
                </a:cubicBezTo>
                <a:cubicBezTo>
                  <a:pt x="8540" y="29627"/>
                  <a:pt x="7346" y="28819"/>
                  <a:pt x="6214" y="27934"/>
                </a:cubicBezTo>
                <a:cubicBezTo>
                  <a:pt x="5777" y="27593"/>
                  <a:pt x="5350" y="27239"/>
                  <a:pt x="4932" y="26875"/>
                </a:cubicBezTo>
                <a:lnTo>
                  <a:pt x="5070" y="26225"/>
                </a:lnTo>
                <a:lnTo>
                  <a:pt x="6361" y="20121"/>
                </a:lnTo>
                <a:cubicBezTo>
                  <a:pt x="6409" y="19761"/>
                  <a:pt x="6718" y="19483"/>
                  <a:pt x="7092" y="19483"/>
                </a:cubicBezTo>
                <a:lnTo>
                  <a:pt x="11245" y="19483"/>
                </a:lnTo>
                <a:cubicBezTo>
                  <a:pt x="15077" y="19483"/>
                  <a:pt x="17687" y="17427"/>
                  <a:pt x="18487" y="13664"/>
                </a:cubicBezTo>
                <a:lnTo>
                  <a:pt x="19203" y="10290"/>
                </a:lnTo>
                <a:cubicBezTo>
                  <a:pt x="19315" y="9762"/>
                  <a:pt x="19381" y="9220"/>
                  <a:pt x="19382" y="8680"/>
                </a:cubicBezTo>
                <a:lnTo>
                  <a:pt x="19379" y="8680"/>
                </a:lnTo>
                <a:cubicBezTo>
                  <a:pt x="19379" y="5304"/>
                  <a:pt x="16865" y="3751"/>
                  <a:pt x="13738" y="3747"/>
                </a:cubicBezTo>
                <a:lnTo>
                  <a:pt x="13738" y="3749"/>
                </a:lnTo>
                <a:lnTo>
                  <a:pt x="5996" y="3749"/>
                </a:lnTo>
                <a:cubicBezTo>
                  <a:pt x="4565" y="3749"/>
                  <a:pt x="3565" y="4629"/>
                  <a:pt x="3248" y="6005"/>
                </a:cubicBezTo>
                <a:cubicBezTo>
                  <a:pt x="2488" y="9969"/>
                  <a:pt x="1187" y="15949"/>
                  <a:pt x="62" y="21128"/>
                </a:cubicBezTo>
                <a:lnTo>
                  <a:pt x="62" y="21128"/>
                </a:lnTo>
                <a:lnTo>
                  <a:pt x="57" y="21148"/>
                </a:lnTo>
                <a:lnTo>
                  <a:pt x="51" y="21178"/>
                </a:lnTo>
                <a:lnTo>
                  <a:pt x="44" y="21209"/>
                </a:lnTo>
                <a:lnTo>
                  <a:pt x="37" y="21240"/>
                </a:lnTo>
                <a:lnTo>
                  <a:pt x="31" y="21270"/>
                </a:lnTo>
                <a:lnTo>
                  <a:pt x="24" y="21301"/>
                </a:lnTo>
                <a:lnTo>
                  <a:pt x="17" y="21331"/>
                </a:lnTo>
                <a:lnTo>
                  <a:pt x="11" y="21362"/>
                </a:lnTo>
                <a:lnTo>
                  <a:pt x="4" y="21392"/>
                </a:lnTo>
                <a:lnTo>
                  <a:pt x="0" y="21411"/>
                </a:lnTo>
                <a:lnTo>
                  <a:pt x="0" y="14208"/>
                </a:lnTo>
                <a:lnTo>
                  <a:pt x="1800" y="5725"/>
                </a:lnTo>
                <a:cubicBezTo>
                  <a:pt x="1804" y="5709"/>
                  <a:pt x="1807" y="5694"/>
                  <a:pt x="1812" y="5678"/>
                </a:cubicBezTo>
                <a:cubicBezTo>
                  <a:pt x="2281" y="3636"/>
                  <a:pt x="3880" y="2272"/>
                  <a:pt x="5996" y="2272"/>
                </a:cubicBezTo>
                <a:lnTo>
                  <a:pt x="13738" y="2272"/>
                </a:lnTo>
                <a:lnTo>
                  <a:pt x="13738" y="2275"/>
                </a:lnTo>
                <a:cubicBezTo>
                  <a:pt x="15515" y="2278"/>
                  <a:pt x="17349" y="2718"/>
                  <a:pt x="18744" y="3870"/>
                </a:cubicBezTo>
                <a:cubicBezTo>
                  <a:pt x="20053" y="4952"/>
                  <a:pt x="20856" y="6557"/>
                  <a:pt x="20856" y="8680"/>
                </a:cubicBezTo>
                <a:lnTo>
                  <a:pt x="20853" y="8680"/>
                </a:lnTo>
                <a:cubicBezTo>
                  <a:pt x="20852" y="9330"/>
                  <a:pt x="20781" y="9960"/>
                  <a:pt x="20646" y="10596"/>
                </a:cubicBezTo>
                <a:lnTo>
                  <a:pt x="19929" y="13970"/>
                </a:lnTo>
                <a:cubicBezTo>
                  <a:pt x="18986" y="18412"/>
                  <a:pt x="15773" y="20960"/>
                  <a:pt x="11245" y="20960"/>
                </a:cubicBezTo>
                <a:lnTo>
                  <a:pt x="7689" y="20960"/>
                </a:lnTo>
                <a:lnTo>
                  <a:pt x="6556" y="26320"/>
                </a:lnTo>
                <a:cubicBezTo>
                  <a:pt x="7799" y="27341"/>
                  <a:pt x="9127" y="28264"/>
                  <a:pt x="10528" y="29074"/>
                </a:cubicBezTo>
                <a:cubicBezTo>
                  <a:pt x="19359" y="23966"/>
                  <a:pt x="25301" y="14418"/>
                  <a:pt x="25301" y="3482"/>
                </a:cubicBezTo>
                <a:lnTo>
                  <a:pt x="25301" y="3477"/>
                </a:lnTo>
                <a:cubicBezTo>
                  <a:pt x="22418" y="1810"/>
                  <a:pt x="19228" y="616"/>
                  <a:pt x="15837" y="0"/>
                </a:cubicBezTo>
                <a:close/>
                <a:moveTo>
                  <a:pt x="3170" y="24483"/>
                </a:moveTo>
                <a:lnTo>
                  <a:pt x="3043" y="25084"/>
                </a:lnTo>
                <a:cubicBezTo>
                  <a:pt x="2602" y="24629"/>
                  <a:pt x="2175" y="24161"/>
                  <a:pt x="1762" y="23680"/>
                </a:cubicBezTo>
                <a:lnTo>
                  <a:pt x="1863" y="23202"/>
                </a:lnTo>
                <a:lnTo>
                  <a:pt x="1863" y="23202"/>
                </a:lnTo>
                <a:lnTo>
                  <a:pt x="5408" y="6510"/>
                </a:lnTo>
                <a:cubicBezTo>
                  <a:pt x="5489" y="6152"/>
                  <a:pt x="5604" y="5965"/>
                  <a:pt x="5996" y="5965"/>
                </a:cubicBezTo>
                <a:lnTo>
                  <a:pt x="13738" y="5965"/>
                </a:lnTo>
                <a:cubicBezTo>
                  <a:pt x="16028" y="5965"/>
                  <a:pt x="17170" y="6876"/>
                  <a:pt x="17163" y="8698"/>
                </a:cubicBezTo>
                <a:cubicBezTo>
                  <a:pt x="17162" y="9043"/>
                  <a:pt x="17119" y="9422"/>
                  <a:pt x="17035" y="9829"/>
                </a:cubicBezTo>
                <a:lnTo>
                  <a:pt x="16318" y="13203"/>
                </a:lnTo>
                <a:cubicBezTo>
                  <a:pt x="15742" y="15915"/>
                  <a:pt x="14053" y="17267"/>
                  <a:pt x="11245" y="17267"/>
                </a:cubicBezTo>
                <a:lnTo>
                  <a:pt x="4697" y="17267"/>
                </a:lnTo>
                <a:lnTo>
                  <a:pt x="3170" y="24483"/>
                </a:lnTo>
                <a:close/>
                <a:moveTo>
                  <a:pt x="15502" y="10071"/>
                </a:moveTo>
                <a:cubicBezTo>
                  <a:pt x="15551" y="9781"/>
                  <a:pt x="15601" y="9489"/>
                  <a:pt x="15602" y="9194"/>
                </a:cubicBezTo>
                <a:cubicBezTo>
                  <a:pt x="15606" y="8035"/>
                  <a:pt x="14953" y="7456"/>
                  <a:pt x="13628" y="7456"/>
                </a:cubicBezTo>
                <a:lnTo>
                  <a:pt x="6777" y="7456"/>
                </a:lnTo>
                <a:lnTo>
                  <a:pt x="5027" y="15777"/>
                </a:lnTo>
                <a:lnTo>
                  <a:pt x="11782" y="15777"/>
                </a:lnTo>
                <a:cubicBezTo>
                  <a:pt x="13569" y="15777"/>
                  <a:pt x="14517" y="14747"/>
                  <a:pt x="14883" y="13065"/>
                </a:cubicBezTo>
                <a:lnTo>
                  <a:pt x="15502" y="10071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85000"/>
                  <a:alpha val="30000"/>
                </a:schemeClr>
              </a:gs>
              <a:gs pos="0">
                <a:schemeClr val="bg1">
                  <a:alpha val="70000"/>
                  <a:lumMod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" y="0"/>
            <a:ext cx="1219358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8297C5-5F8A-4225-85BE-94E77A81962F}"/>
              </a:ext>
            </a:extLst>
          </p:cNvPr>
          <p:cNvGrpSpPr/>
          <p:nvPr userDrawn="1"/>
        </p:nvGrpSpPr>
        <p:grpSpPr>
          <a:xfrm>
            <a:off x="3450875" y="2080720"/>
            <a:ext cx="5290248" cy="1071901"/>
            <a:chOff x="6931819" y="-1054294"/>
            <a:chExt cx="3884612" cy="787400"/>
          </a:xfrm>
          <a:solidFill>
            <a:srgbClr val="1D2228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36F9EA3-2A79-43BF-B3F2-FD5342E898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609F4B0-D297-475C-91A3-788484A0D3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9379174-AD02-4E96-81E8-263136E993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2985474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>
            <a:extLst>
              <a:ext uri="{FF2B5EF4-FFF2-40B4-BE49-F238E27FC236}">
                <a16:creationId xmlns:a16="http://schemas.microsoft.com/office/drawing/2014/main" id="{6D112D42-163E-4988-8C78-B395208269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B0F13"/>
              </a:gs>
              <a:gs pos="0">
                <a:srgbClr val="0F1923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2EBD1E6-F3AF-42EC-87C7-BD070FF7A3B4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3114675" cy="3024717"/>
          </a:xfrm>
          <a:custGeom>
            <a:avLst/>
            <a:gdLst>
              <a:gd name="T0" fmla="*/ 0 w 16351"/>
              <a:gd name="T1" fmla="*/ 0 h 15879"/>
              <a:gd name="T2" fmla="*/ 16351 w 16351"/>
              <a:gd name="T3" fmla="*/ 0 h 15879"/>
              <a:gd name="T4" fmla="*/ 13671 w 16351"/>
              <a:gd name="T5" fmla="*/ 7510 h 15879"/>
              <a:gd name="T6" fmla="*/ 5533 w 16351"/>
              <a:gd name="T7" fmla="*/ 15667 h 15879"/>
              <a:gd name="T8" fmla="*/ 4454 w 16351"/>
              <a:gd name="T9" fmla="*/ 15679 h 15879"/>
              <a:gd name="T10" fmla="*/ 0 w 16351"/>
              <a:gd name="T11" fmla="*/ 12289 h 15879"/>
              <a:gd name="T12" fmla="*/ 0 w 16351"/>
              <a:gd name="T13" fmla="*/ 0 h 158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351" h="15879">
                <a:moveTo>
                  <a:pt x="0" y="0"/>
                </a:moveTo>
                <a:lnTo>
                  <a:pt x="16351" y="0"/>
                </a:lnTo>
                <a:cubicBezTo>
                  <a:pt x="15912" y="2694"/>
                  <a:pt x="14988" y="5228"/>
                  <a:pt x="13671" y="7510"/>
                </a:cubicBezTo>
                <a:cubicBezTo>
                  <a:pt x="11719" y="10892"/>
                  <a:pt x="8906" y="13712"/>
                  <a:pt x="5533" y="15667"/>
                </a:cubicBezTo>
                <a:cubicBezTo>
                  <a:pt x="5213" y="15861"/>
                  <a:pt x="4800" y="15879"/>
                  <a:pt x="4454" y="15679"/>
                </a:cubicBezTo>
                <a:cubicBezTo>
                  <a:pt x="2828" y="14738"/>
                  <a:pt x="1333" y="13597"/>
                  <a:pt x="0" y="1228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rgbClr val="0B0F13">
                  <a:alpha val="60000"/>
                </a:srgbClr>
              </a:gs>
              <a:gs pos="0">
                <a:srgbClr val="0F1923">
                  <a:alpha val="2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50228D8F-E38B-47C2-BFA7-7BFDE757D95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361950"/>
            <a:ext cx="1962150" cy="2387600"/>
          </a:xfrm>
          <a:custGeom>
            <a:avLst/>
            <a:gdLst>
              <a:gd name="T0" fmla="*/ 10014 w 10298"/>
              <a:gd name="T1" fmla="*/ 1598 h 12532"/>
              <a:gd name="T2" fmla="*/ 10298 w 10298"/>
              <a:gd name="T3" fmla="*/ 2090 h 12532"/>
              <a:gd name="T4" fmla="*/ 4342 w 10298"/>
              <a:gd name="T5" fmla="*/ 12418 h 12532"/>
              <a:gd name="T6" fmla="*/ 2389 w 10298"/>
              <a:gd name="T7" fmla="*/ 11495 h 12532"/>
              <a:gd name="T8" fmla="*/ 2956 w 10298"/>
              <a:gd name="T9" fmla="*/ 8813 h 12532"/>
              <a:gd name="T10" fmla="*/ 7664 w 10298"/>
              <a:gd name="T11" fmla="*/ 6124 h 12532"/>
              <a:gd name="T12" fmla="*/ 8019 w 10298"/>
              <a:gd name="T13" fmla="*/ 4090 h 12532"/>
              <a:gd name="T14" fmla="*/ 7208 w 10298"/>
              <a:gd name="T15" fmla="*/ 2240 h 12532"/>
              <a:gd name="T16" fmla="*/ 5282 w 10298"/>
              <a:gd name="T17" fmla="*/ 1625 h 12532"/>
              <a:gd name="T18" fmla="*/ 696 w 10298"/>
              <a:gd name="T19" fmla="*/ 2935 h 12532"/>
              <a:gd name="T20" fmla="*/ 0 w 10298"/>
              <a:gd name="T21" fmla="*/ 6210 h 12532"/>
              <a:gd name="T22" fmla="*/ 957 w 10298"/>
              <a:gd name="T23" fmla="*/ 405 h 12532"/>
              <a:gd name="T24" fmla="*/ 7139 w 10298"/>
              <a:gd name="T25" fmla="*/ 405 h 12532"/>
              <a:gd name="T26" fmla="*/ 0 w 10298"/>
              <a:gd name="T27" fmla="*/ 8981 h 12532"/>
              <a:gd name="T28" fmla="*/ 22 w 10298"/>
              <a:gd name="T29" fmla="*/ 8877 h 12532"/>
              <a:gd name="T30" fmla="*/ 2305 w 10298"/>
              <a:gd name="T31" fmla="*/ 2193 h 12532"/>
              <a:gd name="T32" fmla="*/ 5282 w 10298"/>
              <a:gd name="T33" fmla="*/ 2192 h 12532"/>
              <a:gd name="T34" fmla="*/ 7453 w 10298"/>
              <a:gd name="T35" fmla="*/ 4090 h 12532"/>
              <a:gd name="T36" fmla="*/ 7109 w 10298"/>
              <a:gd name="T37" fmla="*/ 6007 h 12532"/>
              <a:gd name="T38" fmla="*/ 2727 w 10298"/>
              <a:gd name="T39" fmla="*/ 8245 h 12532"/>
              <a:gd name="T40" fmla="*/ 1949 w 10298"/>
              <a:gd name="T41" fmla="*/ 10838 h 12532"/>
              <a:gd name="T42" fmla="*/ 1169 w 10298"/>
              <a:gd name="T43" fmla="*/ 10399 h 12532"/>
              <a:gd name="T44" fmla="*/ 1805 w 10298"/>
              <a:gd name="T45" fmla="*/ 7392 h 12532"/>
              <a:gd name="T46" fmla="*/ 6275 w 10298"/>
              <a:gd name="T47" fmla="*/ 5829 h 12532"/>
              <a:gd name="T48" fmla="*/ 6600 w 10298"/>
              <a:gd name="T49" fmla="*/ 4096 h 12532"/>
              <a:gd name="T50" fmla="*/ 2305 w 10298"/>
              <a:gd name="T51" fmla="*/ 3045 h 12532"/>
              <a:gd name="T52" fmla="*/ 715 w 10298"/>
              <a:gd name="T53" fmla="*/ 9675 h 12532"/>
              <a:gd name="T54" fmla="*/ 676 w 10298"/>
              <a:gd name="T55" fmla="*/ 9859 h 12532"/>
              <a:gd name="T56" fmla="*/ 5961 w 10298"/>
              <a:gd name="T57" fmla="*/ 4624 h 12532"/>
              <a:gd name="T58" fmla="*/ 5240 w 10298"/>
              <a:gd name="T59" fmla="*/ 3619 h 12532"/>
              <a:gd name="T60" fmla="*/ 1932 w 10298"/>
              <a:gd name="T61" fmla="*/ 6819 h 12532"/>
              <a:gd name="T62" fmla="*/ 5723 w 10298"/>
              <a:gd name="T63" fmla="*/ 5776 h 12532"/>
              <a:gd name="T64" fmla="*/ 2453 w 10298"/>
              <a:gd name="T65" fmla="*/ 11190 h 12532"/>
              <a:gd name="T66" fmla="*/ 2520 w 10298"/>
              <a:gd name="T67" fmla="*/ 10874 h 12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298" h="12532">
                <a:moveTo>
                  <a:pt x="7139" y="405"/>
                </a:moveTo>
                <a:cubicBezTo>
                  <a:pt x="8156" y="677"/>
                  <a:pt x="9121" y="1081"/>
                  <a:pt x="10014" y="1598"/>
                </a:cubicBezTo>
                <a:lnTo>
                  <a:pt x="10014" y="1598"/>
                </a:lnTo>
                <a:cubicBezTo>
                  <a:pt x="10184" y="1696"/>
                  <a:pt x="10298" y="1880"/>
                  <a:pt x="10298" y="2090"/>
                </a:cubicBezTo>
                <a:cubicBezTo>
                  <a:pt x="10298" y="4256"/>
                  <a:pt x="9718" y="6290"/>
                  <a:pt x="8705" y="8045"/>
                </a:cubicBezTo>
                <a:cubicBezTo>
                  <a:pt x="7659" y="9858"/>
                  <a:pt x="6150" y="11369"/>
                  <a:pt x="4342" y="12418"/>
                </a:cubicBezTo>
                <a:cubicBezTo>
                  <a:pt x="4171" y="12522"/>
                  <a:pt x="3950" y="12532"/>
                  <a:pt x="3764" y="12424"/>
                </a:cubicBezTo>
                <a:cubicBezTo>
                  <a:pt x="3283" y="12146"/>
                  <a:pt x="2824" y="11835"/>
                  <a:pt x="2389" y="11495"/>
                </a:cubicBezTo>
                <a:lnTo>
                  <a:pt x="2468" y="11122"/>
                </a:lnTo>
                <a:lnTo>
                  <a:pt x="2956" y="8813"/>
                </a:lnTo>
                <a:lnTo>
                  <a:pt x="4324" y="8813"/>
                </a:lnTo>
                <a:cubicBezTo>
                  <a:pt x="6065" y="8813"/>
                  <a:pt x="7301" y="7833"/>
                  <a:pt x="7664" y="6124"/>
                </a:cubicBezTo>
                <a:lnTo>
                  <a:pt x="7939" y="4827"/>
                </a:lnTo>
                <a:cubicBezTo>
                  <a:pt x="7991" y="4582"/>
                  <a:pt x="8019" y="4339"/>
                  <a:pt x="8019" y="4090"/>
                </a:cubicBezTo>
                <a:lnTo>
                  <a:pt x="8020" y="4090"/>
                </a:lnTo>
                <a:cubicBezTo>
                  <a:pt x="8020" y="3273"/>
                  <a:pt x="7711" y="2656"/>
                  <a:pt x="7208" y="2240"/>
                </a:cubicBezTo>
                <a:cubicBezTo>
                  <a:pt x="6671" y="1796"/>
                  <a:pt x="5966" y="1627"/>
                  <a:pt x="5282" y="1626"/>
                </a:cubicBezTo>
                <a:lnTo>
                  <a:pt x="5282" y="1625"/>
                </a:lnTo>
                <a:lnTo>
                  <a:pt x="2305" y="1625"/>
                </a:lnTo>
                <a:cubicBezTo>
                  <a:pt x="1491" y="1625"/>
                  <a:pt x="876" y="2150"/>
                  <a:pt x="696" y="2935"/>
                </a:cubicBezTo>
                <a:cubicBezTo>
                  <a:pt x="694" y="2941"/>
                  <a:pt x="692" y="2947"/>
                  <a:pt x="691" y="2953"/>
                </a:cubicBezTo>
                <a:lnTo>
                  <a:pt x="0" y="6210"/>
                </a:lnTo>
                <a:lnTo>
                  <a:pt x="0" y="705"/>
                </a:lnTo>
                <a:cubicBezTo>
                  <a:pt x="313" y="592"/>
                  <a:pt x="632" y="492"/>
                  <a:pt x="957" y="405"/>
                </a:cubicBezTo>
                <a:cubicBezTo>
                  <a:pt x="1945" y="141"/>
                  <a:pt x="2981" y="0"/>
                  <a:pt x="4048" y="0"/>
                </a:cubicBezTo>
                <a:cubicBezTo>
                  <a:pt x="5115" y="0"/>
                  <a:pt x="6151" y="141"/>
                  <a:pt x="7139" y="405"/>
                </a:cubicBezTo>
                <a:close/>
                <a:moveTo>
                  <a:pt x="0" y="8994"/>
                </a:moveTo>
                <a:lnTo>
                  <a:pt x="0" y="8981"/>
                </a:lnTo>
                <a:lnTo>
                  <a:pt x="22" y="8877"/>
                </a:lnTo>
                <a:lnTo>
                  <a:pt x="22" y="8877"/>
                </a:lnTo>
                <a:cubicBezTo>
                  <a:pt x="455" y="6886"/>
                  <a:pt x="956" y="4585"/>
                  <a:pt x="1248" y="3061"/>
                </a:cubicBezTo>
                <a:cubicBezTo>
                  <a:pt x="1370" y="2532"/>
                  <a:pt x="1755" y="2193"/>
                  <a:pt x="2305" y="2193"/>
                </a:cubicBezTo>
                <a:lnTo>
                  <a:pt x="5282" y="2193"/>
                </a:lnTo>
                <a:lnTo>
                  <a:pt x="5282" y="2192"/>
                </a:lnTo>
                <a:cubicBezTo>
                  <a:pt x="6485" y="2194"/>
                  <a:pt x="7452" y="2791"/>
                  <a:pt x="7452" y="4090"/>
                </a:cubicBezTo>
                <a:lnTo>
                  <a:pt x="7453" y="4090"/>
                </a:lnTo>
                <a:cubicBezTo>
                  <a:pt x="7453" y="4297"/>
                  <a:pt x="7428" y="4506"/>
                  <a:pt x="7385" y="4709"/>
                </a:cubicBezTo>
                <a:lnTo>
                  <a:pt x="7109" y="6007"/>
                </a:lnTo>
                <a:cubicBezTo>
                  <a:pt x="6802" y="7454"/>
                  <a:pt x="5798" y="8245"/>
                  <a:pt x="4324" y="8245"/>
                </a:cubicBezTo>
                <a:lnTo>
                  <a:pt x="2727" y="8245"/>
                </a:lnTo>
                <a:cubicBezTo>
                  <a:pt x="2583" y="8245"/>
                  <a:pt x="2464" y="8351"/>
                  <a:pt x="2445" y="8490"/>
                </a:cubicBezTo>
                <a:lnTo>
                  <a:pt x="1949" y="10838"/>
                </a:lnTo>
                <a:lnTo>
                  <a:pt x="1896" y="11088"/>
                </a:lnTo>
                <a:cubicBezTo>
                  <a:pt x="1644" y="10868"/>
                  <a:pt x="1402" y="10638"/>
                  <a:pt x="1169" y="10399"/>
                </a:cubicBezTo>
                <a:lnTo>
                  <a:pt x="1218" y="10168"/>
                </a:lnTo>
                <a:lnTo>
                  <a:pt x="1805" y="7392"/>
                </a:lnTo>
                <a:lnTo>
                  <a:pt x="4324" y="7392"/>
                </a:lnTo>
                <a:cubicBezTo>
                  <a:pt x="5404" y="7392"/>
                  <a:pt x="6053" y="6872"/>
                  <a:pt x="6275" y="5829"/>
                </a:cubicBezTo>
                <a:lnTo>
                  <a:pt x="6550" y="4532"/>
                </a:lnTo>
                <a:cubicBezTo>
                  <a:pt x="6583" y="4375"/>
                  <a:pt x="6599" y="4229"/>
                  <a:pt x="6600" y="4096"/>
                </a:cubicBezTo>
                <a:cubicBezTo>
                  <a:pt x="6603" y="3396"/>
                  <a:pt x="6163" y="3045"/>
                  <a:pt x="5282" y="3045"/>
                </a:cubicBezTo>
                <a:lnTo>
                  <a:pt x="2305" y="3045"/>
                </a:lnTo>
                <a:cubicBezTo>
                  <a:pt x="2154" y="3045"/>
                  <a:pt x="2110" y="3117"/>
                  <a:pt x="2079" y="3255"/>
                </a:cubicBezTo>
                <a:lnTo>
                  <a:pt x="715" y="9675"/>
                </a:lnTo>
                <a:lnTo>
                  <a:pt x="715" y="9675"/>
                </a:lnTo>
                <a:lnTo>
                  <a:pt x="676" y="9859"/>
                </a:lnTo>
                <a:cubicBezTo>
                  <a:pt x="438" y="9581"/>
                  <a:pt x="212" y="9293"/>
                  <a:pt x="0" y="8994"/>
                </a:cubicBezTo>
                <a:close/>
                <a:moveTo>
                  <a:pt x="5961" y="4624"/>
                </a:moveTo>
                <a:cubicBezTo>
                  <a:pt x="5980" y="4513"/>
                  <a:pt x="5999" y="4401"/>
                  <a:pt x="5999" y="4287"/>
                </a:cubicBezTo>
                <a:cubicBezTo>
                  <a:pt x="6001" y="3842"/>
                  <a:pt x="5750" y="3619"/>
                  <a:pt x="5240" y="3619"/>
                </a:cubicBezTo>
                <a:lnTo>
                  <a:pt x="2605" y="3619"/>
                </a:lnTo>
                <a:lnTo>
                  <a:pt x="1932" y="6819"/>
                </a:lnTo>
                <a:lnTo>
                  <a:pt x="4530" y="6819"/>
                </a:lnTo>
                <a:cubicBezTo>
                  <a:pt x="5217" y="6819"/>
                  <a:pt x="5582" y="6423"/>
                  <a:pt x="5723" y="5776"/>
                </a:cubicBezTo>
                <a:lnTo>
                  <a:pt x="5961" y="4624"/>
                </a:lnTo>
                <a:close/>
                <a:moveTo>
                  <a:pt x="2453" y="11190"/>
                </a:moveTo>
                <a:lnTo>
                  <a:pt x="2468" y="11122"/>
                </a:lnTo>
                <a:lnTo>
                  <a:pt x="2520" y="10874"/>
                </a:lnTo>
                <a:lnTo>
                  <a:pt x="2453" y="11190"/>
                </a:lnTo>
                <a:close/>
              </a:path>
            </a:pathLst>
          </a:custGeom>
          <a:solidFill>
            <a:srgbClr val="1D2228">
              <a:alpha val="70000"/>
            </a:srgbClr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1E7CF8-080B-44D1-BDD7-45B84587BF9B}"/>
              </a:ext>
            </a:extLst>
          </p:cNvPr>
          <p:cNvGrpSpPr/>
          <p:nvPr userDrawn="1"/>
        </p:nvGrpSpPr>
        <p:grpSpPr>
          <a:xfrm>
            <a:off x="10172435" y="409157"/>
            <a:ext cx="1490704" cy="302044"/>
            <a:chOff x="6931819" y="-1054294"/>
            <a:chExt cx="3884612" cy="787400"/>
          </a:xfrm>
          <a:solidFill>
            <a:srgbClr val="ACB0B4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FB1241D-5BF5-4472-89D6-06515A084F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F2F5459-4FE4-4048-B071-7271B64A84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CE73180-FD68-4722-A300-B7209D3F5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9566554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>
            <a:extLst>
              <a:ext uri="{FF2B5EF4-FFF2-40B4-BE49-F238E27FC236}">
                <a16:creationId xmlns:a16="http://schemas.microsoft.com/office/drawing/2014/main" id="{6D112D42-163E-4988-8C78-B395208269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B0F13"/>
              </a:gs>
              <a:gs pos="0">
                <a:srgbClr val="0F1923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2EBD1E6-F3AF-42EC-87C7-BD070FF7A3B4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3114675" cy="3024717"/>
          </a:xfrm>
          <a:custGeom>
            <a:avLst/>
            <a:gdLst>
              <a:gd name="T0" fmla="*/ 0 w 16351"/>
              <a:gd name="T1" fmla="*/ 0 h 15879"/>
              <a:gd name="T2" fmla="*/ 16351 w 16351"/>
              <a:gd name="T3" fmla="*/ 0 h 15879"/>
              <a:gd name="T4" fmla="*/ 13671 w 16351"/>
              <a:gd name="T5" fmla="*/ 7510 h 15879"/>
              <a:gd name="T6" fmla="*/ 5533 w 16351"/>
              <a:gd name="T7" fmla="*/ 15667 h 15879"/>
              <a:gd name="T8" fmla="*/ 4454 w 16351"/>
              <a:gd name="T9" fmla="*/ 15679 h 15879"/>
              <a:gd name="T10" fmla="*/ 0 w 16351"/>
              <a:gd name="T11" fmla="*/ 12289 h 15879"/>
              <a:gd name="T12" fmla="*/ 0 w 16351"/>
              <a:gd name="T13" fmla="*/ 0 h 158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351" h="15879">
                <a:moveTo>
                  <a:pt x="0" y="0"/>
                </a:moveTo>
                <a:lnTo>
                  <a:pt x="16351" y="0"/>
                </a:lnTo>
                <a:cubicBezTo>
                  <a:pt x="15912" y="2694"/>
                  <a:pt x="14988" y="5228"/>
                  <a:pt x="13671" y="7510"/>
                </a:cubicBezTo>
                <a:cubicBezTo>
                  <a:pt x="11719" y="10892"/>
                  <a:pt x="8906" y="13712"/>
                  <a:pt x="5533" y="15667"/>
                </a:cubicBezTo>
                <a:cubicBezTo>
                  <a:pt x="5213" y="15861"/>
                  <a:pt x="4800" y="15879"/>
                  <a:pt x="4454" y="15679"/>
                </a:cubicBezTo>
                <a:cubicBezTo>
                  <a:pt x="2828" y="14738"/>
                  <a:pt x="1333" y="13597"/>
                  <a:pt x="0" y="1228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rgbClr val="0B0F13">
                  <a:alpha val="60000"/>
                </a:srgbClr>
              </a:gs>
              <a:gs pos="0">
                <a:srgbClr val="0F1923">
                  <a:alpha val="2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713CD565-863B-418A-9EE0-7FD2AB9C367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361950"/>
            <a:ext cx="1962150" cy="2387600"/>
          </a:xfrm>
          <a:custGeom>
            <a:avLst/>
            <a:gdLst>
              <a:gd name="T0" fmla="*/ 2520 w 10298"/>
              <a:gd name="T1" fmla="*/ 10874 h 12532"/>
              <a:gd name="T2" fmla="*/ 9730 w 10298"/>
              <a:gd name="T3" fmla="*/ 2090 h 12532"/>
              <a:gd name="T4" fmla="*/ 4048 w 10298"/>
              <a:gd name="T5" fmla="*/ 568 h 12532"/>
              <a:gd name="T6" fmla="*/ 0 w 10298"/>
              <a:gd name="T7" fmla="*/ 705 h 12532"/>
              <a:gd name="T8" fmla="*/ 4048 w 10298"/>
              <a:gd name="T9" fmla="*/ 0 h 12532"/>
              <a:gd name="T10" fmla="*/ 10014 w 10298"/>
              <a:gd name="T11" fmla="*/ 1598 h 12532"/>
              <a:gd name="T12" fmla="*/ 10298 w 10298"/>
              <a:gd name="T13" fmla="*/ 2090 h 12532"/>
              <a:gd name="T14" fmla="*/ 4342 w 10298"/>
              <a:gd name="T15" fmla="*/ 12418 h 12532"/>
              <a:gd name="T16" fmla="*/ 2389 w 10298"/>
              <a:gd name="T17" fmla="*/ 11495 h 12532"/>
              <a:gd name="T18" fmla="*/ 1949 w 10298"/>
              <a:gd name="T19" fmla="*/ 10838 h 12532"/>
              <a:gd name="T20" fmla="*/ 2727 w 10298"/>
              <a:gd name="T21" fmla="*/ 8245 h 12532"/>
              <a:gd name="T22" fmla="*/ 7109 w 10298"/>
              <a:gd name="T23" fmla="*/ 6007 h 12532"/>
              <a:gd name="T24" fmla="*/ 7453 w 10298"/>
              <a:gd name="T25" fmla="*/ 4089 h 12532"/>
              <a:gd name="T26" fmla="*/ 5282 w 10298"/>
              <a:gd name="T27" fmla="*/ 2192 h 12532"/>
              <a:gd name="T28" fmla="*/ 2305 w 10298"/>
              <a:gd name="T29" fmla="*/ 2193 h 12532"/>
              <a:gd name="T30" fmla="*/ 22 w 10298"/>
              <a:gd name="T31" fmla="*/ 8877 h 12532"/>
              <a:gd name="T32" fmla="*/ 21 w 10298"/>
              <a:gd name="T33" fmla="*/ 8885 h 12532"/>
              <a:gd name="T34" fmla="*/ 16 w 10298"/>
              <a:gd name="T35" fmla="*/ 8908 h 12532"/>
              <a:gd name="T36" fmla="*/ 10 w 10298"/>
              <a:gd name="T37" fmla="*/ 8932 h 12532"/>
              <a:gd name="T38" fmla="*/ 5 w 10298"/>
              <a:gd name="T39" fmla="*/ 8955 h 12532"/>
              <a:gd name="T40" fmla="*/ 0 w 10298"/>
              <a:gd name="T41" fmla="*/ 8979 h 12532"/>
              <a:gd name="T42" fmla="*/ 0 w 10298"/>
              <a:gd name="T43" fmla="*/ 6210 h 12532"/>
              <a:gd name="T44" fmla="*/ 696 w 10298"/>
              <a:gd name="T45" fmla="*/ 2935 h 12532"/>
              <a:gd name="T46" fmla="*/ 5282 w 10298"/>
              <a:gd name="T47" fmla="*/ 1625 h 12532"/>
              <a:gd name="T48" fmla="*/ 7208 w 10298"/>
              <a:gd name="T49" fmla="*/ 2240 h 12532"/>
              <a:gd name="T50" fmla="*/ 8019 w 10298"/>
              <a:gd name="T51" fmla="*/ 4089 h 12532"/>
              <a:gd name="T52" fmla="*/ 7664 w 10298"/>
              <a:gd name="T53" fmla="*/ 6124 h 12532"/>
              <a:gd name="T54" fmla="*/ 2956 w 10298"/>
              <a:gd name="T55" fmla="*/ 8813 h 12532"/>
              <a:gd name="T56" fmla="*/ 1169 w 10298"/>
              <a:gd name="T57" fmla="*/ 10399 h 12532"/>
              <a:gd name="T58" fmla="*/ 715 w 10298"/>
              <a:gd name="T59" fmla="*/ 9675 h 12532"/>
              <a:gd name="T60" fmla="*/ 2079 w 10298"/>
              <a:gd name="T61" fmla="*/ 3255 h 12532"/>
              <a:gd name="T62" fmla="*/ 5282 w 10298"/>
              <a:gd name="T63" fmla="*/ 3045 h 12532"/>
              <a:gd name="T64" fmla="*/ 6550 w 10298"/>
              <a:gd name="T65" fmla="*/ 4532 h 12532"/>
              <a:gd name="T66" fmla="*/ 4324 w 10298"/>
              <a:gd name="T67" fmla="*/ 7392 h 12532"/>
              <a:gd name="T68" fmla="*/ 1218 w 10298"/>
              <a:gd name="T69" fmla="*/ 10168 h 12532"/>
              <a:gd name="T70" fmla="*/ 5999 w 10298"/>
              <a:gd name="T71" fmla="*/ 4287 h 12532"/>
              <a:gd name="T72" fmla="*/ 2605 w 10298"/>
              <a:gd name="T73" fmla="*/ 3619 h 12532"/>
              <a:gd name="T74" fmla="*/ 4530 w 10298"/>
              <a:gd name="T75" fmla="*/ 6819 h 12532"/>
              <a:gd name="T76" fmla="*/ 5961 w 10298"/>
              <a:gd name="T77" fmla="*/ 4624 h 12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8" h="12532">
                <a:moveTo>
                  <a:pt x="2956" y="8813"/>
                </a:moveTo>
                <a:lnTo>
                  <a:pt x="2520" y="10874"/>
                </a:lnTo>
                <a:cubicBezTo>
                  <a:pt x="2998" y="11267"/>
                  <a:pt x="3509" y="11622"/>
                  <a:pt x="4048" y="11933"/>
                </a:cubicBezTo>
                <a:cubicBezTo>
                  <a:pt x="7444" y="9969"/>
                  <a:pt x="9730" y="6297"/>
                  <a:pt x="9730" y="2090"/>
                </a:cubicBezTo>
                <a:lnTo>
                  <a:pt x="9730" y="2089"/>
                </a:lnTo>
                <a:cubicBezTo>
                  <a:pt x="8058" y="1122"/>
                  <a:pt x="6118" y="568"/>
                  <a:pt x="4048" y="568"/>
                </a:cubicBezTo>
                <a:cubicBezTo>
                  <a:pt x="2622" y="568"/>
                  <a:pt x="1257" y="831"/>
                  <a:pt x="0" y="1310"/>
                </a:cubicBezTo>
                <a:lnTo>
                  <a:pt x="0" y="705"/>
                </a:lnTo>
                <a:cubicBezTo>
                  <a:pt x="313" y="592"/>
                  <a:pt x="632" y="492"/>
                  <a:pt x="957" y="405"/>
                </a:cubicBezTo>
                <a:cubicBezTo>
                  <a:pt x="1945" y="141"/>
                  <a:pt x="2981" y="0"/>
                  <a:pt x="4048" y="0"/>
                </a:cubicBezTo>
                <a:cubicBezTo>
                  <a:pt x="5115" y="0"/>
                  <a:pt x="6151" y="141"/>
                  <a:pt x="7139" y="405"/>
                </a:cubicBezTo>
                <a:cubicBezTo>
                  <a:pt x="8156" y="677"/>
                  <a:pt x="9121" y="1081"/>
                  <a:pt x="10014" y="1598"/>
                </a:cubicBezTo>
                <a:lnTo>
                  <a:pt x="10014" y="1598"/>
                </a:lnTo>
                <a:cubicBezTo>
                  <a:pt x="10184" y="1696"/>
                  <a:pt x="10298" y="1880"/>
                  <a:pt x="10298" y="2090"/>
                </a:cubicBezTo>
                <a:cubicBezTo>
                  <a:pt x="10298" y="4256"/>
                  <a:pt x="9718" y="6290"/>
                  <a:pt x="8705" y="8045"/>
                </a:cubicBezTo>
                <a:cubicBezTo>
                  <a:pt x="7659" y="9858"/>
                  <a:pt x="6150" y="11369"/>
                  <a:pt x="4342" y="12418"/>
                </a:cubicBezTo>
                <a:cubicBezTo>
                  <a:pt x="4171" y="12522"/>
                  <a:pt x="3950" y="12532"/>
                  <a:pt x="3764" y="12424"/>
                </a:cubicBezTo>
                <a:cubicBezTo>
                  <a:pt x="3283" y="12146"/>
                  <a:pt x="2824" y="11835"/>
                  <a:pt x="2389" y="11495"/>
                </a:cubicBezTo>
                <a:cubicBezTo>
                  <a:pt x="2221" y="11364"/>
                  <a:pt x="2056" y="11228"/>
                  <a:pt x="1896" y="11088"/>
                </a:cubicBezTo>
                <a:lnTo>
                  <a:pt x="1949" y="10838"/>
                </a:lnTo>
                <a:lnTo>
                  <a:pt x="2445" y="8490"/>
                </a:lnTo>
                <a:cubicBezTo>
                  <a:pt x="2464" y="8351"/>
                  <a:pt x="2583" y="8245"/>
                  <a:pt x="2727" y="8245"/>
                </a:cubicBezTo>
                <a:lnTo>
                  <a:pt x="4324" y="8245"/>
                </a:lnTo>
                <a:cubicBezTo>
                  <a:pt x="5798" y="8245"/>
                  <a:pt x="6802" y="7454"/>
                  <a:pt x="7109" y="6007"/>
                </a:cubicBezTo>
                <a:lnTo>
                  <a:pt x="7385" y="4709"/>
                </a:lnTo>
                <a:cubicBezTo>
                  <a:pt x="7428" y="4506"/>
                  <a:pt x="7453" y="4297"/>
                  <a:pt x="7453" y="4089"/>
                </a:cubicBezTo>
                <a:lnTo>
                  <a:pt x="7452" y="4089"/>
                </a:lnTo>
                <a:cubicBezTo>
                  <a:pt x="7452" y="2791"/>
                  <a:pt x="6485" y="2194"/>
                  <a:pt x="5282" y="2192"/>
                </a:cubicBezTo>
                <a:lnTo>
                  <a:pt x="5282" y="2193"/>
                </a:lnTo>
                <a:lnTo>
                  <a:pt x="2305" y="2193"/>
                </a:lnTo>
                <a:cubicBezTo>
                  <a:pt x="1755" y="2193"/>
                  <a:pt x="1370" y="2532"/>
                  <a:pt x="1248" y="3061"/>
                </a:cubicBezTo>
                <a:cubicBezTo>
                  <a:pt x="956" y="4585"/>
                  <a:pt x="455" y="6885"/>
                  <a:pt x="22" y="8877"/>
                </a:cubicBezTo>
                <a:lnTo>
                  <a:pt x="22" y="8877"/>
                </a:lnTo>
                <a:lnTo>
                  <a:pt x="21" y="8885"/>
                </a:lnTo>
                <a:lnTo>
                  <a:pt x="18" y="8897"/>
                </a:lnTo>
                <a:lnTo>
                  <a:pt x="16" y="8908"/>
                </a:lnTo>
                <a:lnTo>
                  <a:pt x="13" y="8920"/>
                </a:lnTo>
                <a:lnTo>
                  <a:pt x="10" y="8932"/>
                </a:lnTo>
                <a:lnTo>
                  <a:pt x="8" y="8944"/>
                </a:lnTo>
                <a:lnTo>
                  <a:pt x="5" y="8955"/>
                </a:lnTo>
                <a:lnTo>
                  <a:pt x="3" y="8967"/>
                </a:lnTo>
                <a:lnTo>
                  <a:pt x="0" y="8979"/>
                </a:lnTo>
                <a:lnTo>
                  <a:pt x="0" y="8980"/>
                </a:lnTo>
                <a:lnTo>
                  <a:pt x="0" y="6210"/>
                </a:lnTo>
                <a:lnTo>
                  <a:pt x="691" y="2953"/>
                </a:lnTo>
                <a:cubicBezTo>
                  <a:pt x="692" y="2947"/>
                  <a:pt x="694" y="2941"/>
                  <a:pt x="696" y="2935"/>
                </a:cubicBezTo>
                <a:cubicBezTo>
                  <a:pt x="876" y="2150"/>
                  <a:pt x="1491" y="1625"/>
                  <a:pt x="2305" y="1625"/>
                </a:cubicBezTo>
                <a:lnTo>
                  <a:pt x="5282" y="1625"/>
                </a:lnTo>
                <a:lnTo>
                  <a:pt x="5282" y="1626"/>
                </a:lnTo>
                <a:cubicBezTo>
                  <a:pt x="5966" y="1627"/>
                  <a:pt x="6671" y="1796"/>
                  <a:pt x="7208" y="2240"/>
                </a:cubicBezTo>
                <a:cubicBezTo>
                  <a:pt x="7711" y="2656"/>
                  <a:pt x="8020" y="3273"/>
                  <a:pt x="8020" y="4089"/>
                </a:cubicBezTo>
                <a:lnTo>
                  <a:pt x="8019" y="4089"/>
                </a:lnTo>
                <a:cubicBezTo>
                  <a:pt x="8019" y="4339"/>
                  <a:pt x="7991" y="4582"/>
                  <a:pt x="7939" y="4827"/>
                </a:cubicBezTo>
                <a:lnTo>
                  <a:pt x="7664" y="6124"/>
                </a:lnTo>
                <a:cubicBezTo>
                  <a:pt x="7301" y="7833"/>
                  <a:pt x="6065" y="8813"/>
                  <a:pt x="4324" y="8813"/>
                </a:cubicBezTo>
                <a:lnTo>
                  <a:pt x="2956" y="8813"/>
                </a:lnTo>
                <a:close/>
                <a:moveTo>
                  <a:pt x="1218" y="10168"/>
                </a:moveTo>
                <a:lnTo>
                  <a:pt x="1169" y="10399"/>
                </a:lnTo>
                <a:cubicBezTo>
                  <a:pt x="999" y="10224"/>
                  <a:pt x="835" y="10044"/>
                  <a:pt x="676" y="9859"/>
                </a:cubicBezTo>
                <a:lnTo>
                  <a:pt x="715" y="9675"/>
                </a:lnTo>
                <a:lnTo>
                  <a:pt x="715" y="9675"/>
                </a:lnTo>
                <a:lnTo>
                  <a:pt x="2079" y="3255"/>
                </a:lnTo>
                <a:cubicBezTo>
                  <a:pt x="2110" y="3117"/>
                  <a:pt x="2154" y="3045"/>
                  <a:pt x="2305" y="3045"/>
                </a:cubicBezTo>
                <a:lnTo>
                  <a:pt x="5282" y="3045"/>
                </a:lnTo>
                <a:cubicBezTo>
                  <a:pt x="6163" y="3045"/>
                  <a:pt x="6603" y="3396"/>
                  <a:pt x="6600" y="4096"/>
                </a:cubicBezTo>
                <a:cubicBezTo>
                  <a:pt x="6599" y="4229"/>
                  <a:pt x="6583" y="4375"/>
                  <a:pt x="6550" y="4532"/>
                </a:cubicBezTo>
                <a:lnTo>
                  <a:pt x="6275" y="5829"/>
                </a:lnTo>
                <a:cubicBezTo>
                  <a:pt x="6053" y="6872"/>
                  <a:pt x="5404" y="7392"/>
                  <a:pt x="4324" y="7392"/>
                </a:cubicBezTo>
                <a:lnTo>
                  <a:pt x="1805" y="7392"/>
                </a:lnTo>
                <a:lnTo>
                  <a:pt x="1218" y="10168"/>
                </a:lnTo>
                <a:close/>
                <a:moveTo>
                  <a:pt x="5961" y="4624"/>
                </a:moveTo>
                <a:cubicBezTo>
                  <a:pt x="5980" y="4513"/>
                  <a:pt x="5999" y="4401"/>
                  <a:pt x="5999" y="4287"/>
                </a:cubicBezTo>
                <a:cubicBezTo>
                  <a:pt x="6001" y="3842"/>
                  <a:pt x="5750" y="3619"/>
                  <a:pt x="5240" y="3619"/>
                </a:cubicBezTo>
                <a:lnTo>
                  <a:pt x="2605" y="3619"/>
                </a:lnTo>
                <a:lnTo>
                  <a:pt x="1932" y="6819"/>
                </a:lnTo>
                <a:lnTo>
                  <a:pt x="4530" y="6819"/>
                </a:lnTo>
                <a:cubicBezTo>
                  <a:pt x="5217" y="6819"/>
                  <a:pt x="5582" y="6423"/>
                  <a:pt x="5723" y="5776"/>
                </a:cubicBezTo>
                <a:lnTo>
                  <a:pt x="5961" y="4624"/>
                </a:lnTo>
                <a:close/>
              </a:path>
            </a:pathLst>
          </a:custGeom>
          <a:solidFill>
            <a:srgbClr val="1D2228">
              <a:alpha val="70000"/>
            </a:srgbClr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1E7CF8-080B-44D1-BDD7-45B84587BF9B}"/>
              </a:ext>
            </a:extLst>
          </p:cNvPr>
          <p:cNvGrpSpPr/>
          <p:nvPr userDrawn="1"/>
        </p:nvGrpSpPr>
        <p:grpSpPr>
          <a:xfrm>
            <a:off x="10172435" y="409157"/>
            <a:ext cx="1490704" cy="302044"/>
            <a:chOff x="6931819" y="-1054294"/>
            <a:chExt cx="3884612" cy="787400"/>
          </a:xfrm>
          <a:solidFill>
            <a:srgbClr val="ACB0B4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FB1241D-5BF5-4472-89D6-06515A084F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F2F5459-4FE4-4048-B071-7271B64A84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CE73180-FD68-4722-A300-B7209D3F5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8590644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>
            <a:extLst>
              <a:ext uri="{FF2B5EF4-FFF2-40B4-BE49-F238E27FC236}">
                <a16:creationId xmlns:a16="http://schemas.microsoft.com/office/drawing/2014/main" id="{6D112D42-163E-4988-8C78-B395208269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2EBD1E6-F3AF-42EC-87C7-BD070FF7A3B4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3114675" cy="3024717"/>
          </a:xfrm>
          <a:custGeom>
            <a:avLst/>
            <a:gdLst>
              <a:gd name="T0" fmla="*/ 0 w 16351"/>
              <a:gd name="T1" fmla="*/ 0 h 15879"/>
              <a:gd name="T2" fmla="*/ 16351 w 16351"/>
              <a:gd name="T3" fmla="*/ 0 h 15879"/>
              <a:gd name="T4" fmla="*/ 13671 w 16351"/>
              <a:gd name="T5" fmla="*/ 7510 h 15879"/>
              <a:gd name="T6" fmla="*/ 5533 w 16351"/>
              <a:gd name="T7" fmla="*/ 15667 h 15879"/>
              <a:gd name="T8" fmla="*/ 4454 w 16351"/>
              <a:gd name="T9" fmla="*/ 15679 h 15879"/>
              <a:gd name="T10" fmla="*/ 0 w 16351"/>
              <a:gd name="T11" fmla="*/ 12289 h 15879"/>
              <a:gd name="T12" fmla="*/ 0 w 16351"/>
              <a:gd name="T13" fmla="*/ 0 h 158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351" h="15879">
                <a:moveTo>
                  <a:pt x="0" y="0"/>
                </a:moveTo>
                <a:lnTo>
                  <a:pt x="16351" y="0"/>
                </a:lnTo>
                <a:cubicBezTo>
                  <a:pt x="15912" y="2694"/>
                  <a:pt x="14988" y="5228"/>
                  <a:pt x="13671" y="7510"/>
                </a:cubicBezTo>
                <a:cubicBezTo>
                  <a:pt x="11719" y="10892"/>
                  <a:pt x="8906" y="13712"/>
                  <a:pt x="5533" y="15667"/>
                </a:cubicBezTo>
                <a:cubicBezTo>
                  <a:pt x="5213" y="15861"/>
                  <a:pt x="4800" y="15879"/>
                  <a:pt x="4454" y="15679"/>
                </a:cubicBezTo>
                <a:cubicBezTo>
                  <a:pt x="2828" y="14738"/>
                  <a:pt x="1333" y="13597"/>
                  <a:pt x="0" y="12289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10000"/>
                  <a:lumMod val="90000"/>
                </a:schemeClr>
              </a:gs>
              <a:gs pos="0">
                <a:schemeClr val="bg1">
                  <a:alpha val="60000"/>
                  <a:lumMod val="85000"/>
                </a:schemeClr>
              </a:gs>
            </a:gsLst>
            <a:lin ang="0" scaled="1"/>
          </a:gra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50228D8F-E38B-47C2-BFA7-7BFDE757D95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361950"/>
            <a:ext cx="1962150" cy="2387600"/>
          </a:xfrm>
          <a:custGeom>
            <a:avLst/>
            <a:gdLst>
              <a:gd name="T0" fmla="*/ 10014 w 10298"/>
              <a:gd name="T1" fmla="*/ 1598 h 12532"/>
              <a:gd name="T2" fmla="*/ 10298 w 10298"/>
              <a:gd name="T3" fmla="*/ 2090 h 12532"/>
              <a:gd name="T4" fmla="*/ 4342 w 10298"/>
              <a:gd name="T5" fmla="*/ 12418 h 12532"/>
              <a:gd name="T6" fmla="*/ 2389 w 10298"/>
              <a:gd name="T7" fmla="*/ 11495 h 12532"/>
              <a:gd name="T8" fmla="*/ 2956 w 10298"/>
              <a:gd name="T9" fmla="*/ 8813 h 12532"/>
              <a:gd name="T10" fmla="*/ 7664 w 10298"/>
              <a:gd name="T11" fmla="*/ 6124 h 12532"/>
              <a:gd name="T12" fmla="*/ 8019 w 10298"/>
              <a:gd name="T13" fmla="*/ 4090 h 12532"/>
              <a:gd name="T14" fmla="*/ 7208 w 10298"/>
              <a:gd name="T15" fmla="*/ 2240 h 12532"/>
              <a:gd name="T16" fmla="*/ 5282 w 10298"/>
              <a:gd name="T17" fmla="*/ 1625 h 12532"/>
              <a:gd name="T18" fmla="*/ 696 w 10298"/>
              <a:gd name="T19" fmla="*/ 2935 h 12532"/>
              <a:gd name="T20" fmla="*/ 0 w 10298"/>
              <a:gd name="T21" fmla="*/ 6210 h 12532"/>
              <a:gd name="T22" fmla="*/ 957 w 10298"/>
              <a:gd name="T23" fmla="*/ 405 h 12532"/>
              <a:gd name="T24" fmla="*/ 7139 w 10298"/>
              <a:gd name="T25" fmla="*/ 405 h 12532"/>
              <a:gd name="T26" fmla="*/ 0 w 10298"/>
              <a:gd name="T27" fmla="*/ 8981 h 12532"/>
              <a:gd name="T28" fmla="*/ 22 w 10298"/>
              <a:gd name="T29" fmla="*/ 8877 h 12532"/>
              <a:gd name="T30" fmla="*/ 2305 w 10298"/>
              <a:gd name="T31" fmla="*/ 2193 h 12532"/>
              <a:gd name="T32" fmla="*/ 5282 w 10298"/>
              <a:gd name="T33" fmla="*/ 2192 h 12532"/>
              <a:gd name="T34" fmla="*/ 7453 w 10298"/>
              <a:gd name="T35" fmla="*/ 4090 h 12532"/>
              <a:gd name="T36" fmla="*/ 7109 w 10298"/>
              <a:gd name="T37" fmla="*/ 6007 h 12532"/>
              <a:gd name="T38" fmla="*/ 2727 w 10298"/>
              <a:gd name="T39" fmla="*/ 8245 h 12532"/>
              <a:gd name="T40" fmla="*/ 1949 w 10298"/>
              <a:gd name="T41" fmla="*/ 10838 h 12532"/>
              <a:gd name="T42" fmla="*/ 1169 w 10298"/>
              <a:gd name="T43" fmla="*/ 10399 h 12532"/>
              <a:gd name="T44" fmla="*/ 1805 w 10298"/>
              <a:gd name="T45" fmla="*/ 7392 h 12532"/>
              <a:gd name="T46" fmla="*/ 6275 w 10298"/>
              <a:gd name="T47" fmla="*/ 5829 h 12532"/>
              <a:gd name="T48" fmla="*/ 6600 w 10298"/>
              <a:gd name="T49" fmla="*/ 4096 h 12532"/>
              <a:gd name="T50" fmla="*/ 2305 w 10298"/>
              <a:gd name="T51" fmla="*/ 3045 h 12532"/>
              <a:gd name="T52" fmla="*/ 715 w 10298"/>
              <a:gd name="T53" fmla="*/ 9675 h 12532"/>
              <a:gd name="T54" fmla="*/ 676 w 10298"/>
              <a:gd name="T55" fmla="*/ 9859 h 12532"/>
              <a:gd name="T56" fmla="*/ 5961 w 10298"/>
              <a:gd name="T57" fmla="*/ 4624 h 12532"/>
              <a:gd name="T58" fmla="*/ 5240 w 10298"/>
              <a:gd name="T59" fmla="*/ 3619 h 12532"/>
              <a:gd name="T60" fmla="*/ 1932 w 10298"/>
              <a:gd name="T61" fmla="*/ 6819 h 12532"/>
              <a:gd name="T62" fmla="*/ 5723 w 10298"/>
              <a:gd name="T63" fmla="*/ 5776 h 12532"/>
              <a:gd name="T64" fmla="*/ 2453 w 10298"/>
              <a:gd name="T65" fmla="*/ 11190 h 12532"/>
              <a:gd name="T66" fmla="*/ 2520 w 10298"/>
              <a:gd name="T67" fmla="*/ 10874 h 12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298" h="12532">
                <a:moveTo>
                  <a:pt x="7139" y="405"/>
                </a:moveTo>
                <a:cubicBezTo>
                  <a:pt x="8156" y="677"/>
                  <a:pt x="9121" y="1081"/>
                  <a:pt x="10014" y="1598"/>
                </a:cubicBezTo>
                <a:lnTo>
                  <a:pt x="10014" y="1598"/>
                </a:lnTo>
                <a:cubicBezTo>
                  <a:pt x="10184" y="1696"/>
                  <a:pt x="10298" y="1880"/>
                  <a:pt x="10298" y="2090"/>
                </a:cubicBezTo>
                <a:cubicBezTo>
                  <a:pt x="10298" y="4256"/>
                  <a:pt x="9718" y="6290"/>
                  <a:pt x="8705" y="8045"/>
                </a:cubicBezTo>
                <a:cubicBezTo>
                  <a:pt x="7659" y="9858"/>
                  <a:pt x="6150" y="11369"/>
                  <a:pt x="4342" y="12418"/>
                </a:cubicBezTo>
                <a:cubicBezTo>
                  <a:pt x="4171" y="12522"/>
                  <a:pt x="3950" y="12532"/>
                  <a:pt x="3764" y="12424"/>
                </a:cubicBezTo>
                <a:cubicBezTo>
                  <a:pt x="3283" y="12146"/>
                  <a:pt x="2824" y="11835"/>
                  <a:pt x="2389" y="11495"/>
                </a:cubicBezTo>
                <a:lnTo>
                  <a:pt x="2468" y="11122"/>
                </a:lnTo>
                <a:lnTo>
                  <a:pt x="2956" y="8813"/>
                </a:lnTo>
                <a:lnTo>
                  <a:pt x="4324" y="8813"/>
                </a:lnTo>
                <a:cubicBezTo>
                  <a:pt x="6065" y="8813"/>
                  <a:pt x="7301" y="7833"/>
                  <a:pt x="7664" y="6124"/>
                </a:cubicBezTo>
                <a:lnTo>
                  <a:pt x="7939" y="4827"/>
                </a:lnTo>
                <a:cubicBezTo>
                  <a:pt x="7991" y="4582"/>
                  <a:pt x="8019" y="4339"/>
                  <a:pt x="8019" y="4090"/>
                </a:cubicBezTo>
                <a:lnTo>
                  <a:pt x="8020" y="4090"/>
                </a:lnTo>
                <a:cubicBezTo>
                  <a:pt x="8020" y="3273"/>
                  <a:pt x="7711" y="2656"/>
                  <a:pt x="7208" y="2240"/>
                </a:cubicBezTo>
                <a:cubicBezTo>
                  <a:pt x="6671" y="1796"/>
                  <a:pt x="5966" y="1627"/>
                  <a:pt x="5282" y="1626"/>
                </a:cubicBezTo>
                <a:lnTo>
                  <a:pt x="5282" y="1625"/>
                </a:lnTo>
                <a:lnTo>
                  <a:pt x="2305" y="1625"/>
                </a:lnTo>
                <a:cubicBezTo>
                  <a:pt x="1491" y="1625"/>
                  <a:pt x="876" y="2150"/>
                  <a:pt x="696" y="2935"/>
                </a:cubicBezTo>
                <a:cubicBezTo>
                  <a:pt x="694" y="2941"/>
                  <a:pt x="692" y="2947"/>
                  <a:pt x="691" y="2953"/>
                </a:cubicBezTo>
                <a:lnTo>
                  <a:pt x="0" y="6210"/>
                </a:lnTo>
                <a:lnTo>
                  <a:pt x="0" y="705"/>
                </a:lnTo>
                <a:cubicBezTo>
                  <a:pt x="313" y="592"/>
                  <a:pt x="632" y="492"/>
                  <a:pt x="957" y="405"/>
                </a:cubicBezTo>
                <a:cubicBezTo>
                  <a:pt x="1945" y="141"/>
                  <a:pt x="2981" y="0"/>
                  <a:pt x="4048" y="0"/>
                </a:cubicBezTo>
                <a:cubicBezTo>
                  <a:pt x="5115" y="0"/>
                  <a:pt x="6151" y="141"/>
                  <a:pt x="7139" y="405"/>
                </a:cubicBezTo>
                <a:close/>
                <a:moveTo>
                  <a:pt x="0" y="8994"/>
                </a:moveTo>
                <a:lnTo>
                  <a:pt x="0" y="8981"/>
                </a:lnTo>
                <a:lnTo>
                  <a:pt x="22" y="8877"/>
                </a:lnTo>
                <a:lnTo>
                  <a:pt x="22" y="8877"/>
                </a:lnTo>
                <a:cubicBezTo>
                  <a:pt x="455" y="6886"/>
                  <a:pt x="956" y="4585"/>
                  <a:pt x="1248" y="3061"/>
                </a:cubicBezTo>
                <a:cubicBezTo>
                  <a:pt x="1370" y="2532"/>
                  <a:pt x="1755" y="2193"/>
                  <a:pt x="2305" y="2193"/>
                </a:cubicBezTo>
                <a:lnTo>
                  <a:pt x="5282" y="2193"/>
                </a:lnTo>
                <a:lnTo>
                  <a:pt x="5282" y="2192"/>
                </a:lnTo>
                <a:cubicBezTo>
                  <a:pt x="6485" y="2194"/>
                  <a:pt x="7452" y="2791"/>
                  <a:pt x="7452" y="4090"/>
                </a:cubicBezTo>
                <a:lnTo>
                  <a:pt x="7453" y="4090"/>
                </a:lnTo>
                <a:cubicBezTo>
                  <a:pt x="7453" y="4297"/>
                  <a:pt x="7428" y="4506"/>
                  <a:pt x="7385" y="4709"/>
                </a:cubicBezTo>
                <a:lnTo>
                  <a:pt x="7109" y="6007"/>
                </a:lnTo>
                <a:cubicBezTo>
                  <a:pt x="6802" y="7454"/>
                  <a:pt x="5798" y="8245"/>
                  <a:pt x="4324" y="8245"/>
                </a:cubicBezTo>
                <a:lnTo>
                  <a:pt x="2727" y="8245"/>
                </a:lnTo>
                <a:cubicBezTo>
                  <a:pt x="2583" y="8245"/>
                  <a:pt x="2464" y="8351"/>
                  <a:pt x="2445" y="8490"/>
                </a:cubicBezTo>
                <a:lnTo>
                  <a:pt x="1949" y="10838"/>
                </a:lnTo>
                <a:lnTo>
                  <a:pt x="1896" y="11088"/>
                </a:lnTo>
                <a:cubicBezTo>
                  <a:pt x="1644" y="10868"/>
                  <a:pt x="1402" y="10638"/>
                  <a:pt x="1169" y="10399"/>
                </a:cubicBezTo>
                <a:lnTo>
                  <a:pt x="1218" y="10168"/>
                </a:lnTo>
                <a:lnTo>
                  <a:pt x="1805" y="7392"/>
                </a:lnTo>
                <a:lnTo>
                  <a:pt x="4324" y="7392"/>
                </a:lnTo>
                <a:cubicBezTo>
                  <a:pt x="5404" y="7392"/>
                  <a:pt x="6053" y="6872"/>
                  <a:pt x="6275" y="5829"/>
                </a:cubicBezTo>
                <a:lnTo>
                  <a:pt x="6550" y="4532"/>
                </a:lnTo>
                <a:cubicBezTo>
                  <a:pt x="6583" y="4375"/>
                  <a:pt x="6599" y="4229"/>
                  <a:pt x="6600" y="4096"/>
                </a:cubicBezTo>
                <a:cubicBezTo>
                  <a:pt x="6603" y="3396"/>
                  <a:pt x="6163" y="3045"/>
                  <a:pt x="5282" y="3045"/>
                </a:cubicBezTo>
                <a:lnTo>
                  <a:pt x="2305" y="3045"/>
                </a:lnTo>
                <a:cubicBezTo>
                  <a:pt x="2154" y="3045"/>
                  <a:pt x="2110" y="3117"/>
                  <a:pt x="2079" y="3255"/>
                </a:cubicBezTo>
                <a:lnTo>
                  <a:pt x="715" y="9675"/>
                </a:lnTo>
                <a:lnTo>
                  <a:pt x="715" y="9675"/>
                </a:lnTo>
                <a:lnTo>
                  <a:pt x="676" y="9859"/>
                </a:lnTo>
                <a:cubicBezTo>
                  <a:pt x="438" y="9581"/>
                  <a:pt x="212" y="9293"/>
                  <a:pt x="0" y="8994"/>
                </a:cubicBezTo>
                <a:close/>
                <a:moveTo>
                  <a:pt x="5961" y="4624"/>
                </a:moveTo>
                <a:cubicBezTo>
                  <a:pt x="5980" y="4513"/>
                  <a:pt x="5999" y="4401"/>
                  <a:pt x="5999" y="4287"/>
                </a:cubicBezTo>
                <a:cubicBezTo>
                  <a:pt x="6001" y="3842"/>
                  <a:pt x="5750" y="3619"/>
                  <a:pt x="5240" y="3619"/>
                </a:cubicBezTo>
                <a:lnTo>
                  <a:pt x="2605" y="3619"/>
                </a:lnTo>
                <a:lnTo>
                  <a:pt x="1932" y="6819"/>
                </a:lnTo>
                <a:lnTo>
                  <a:pt x="4530" y="6819"/>
                </a:lnTo>
                <a:cubicBezTo>
                  <a:pt x="5217" y="6819"/>
                  <a:pt x="5582" y="6423"/>
                  <a:pt x="5723" y="5776"/>
                </a:cubicBezTo>
                <a:lnTo>
                  <a:pt x="5961" y="4624"/>
                </a:lnTo>
                <a:close/>
                <a:moveTo>
                  <a:pt x="2453" y="11190"/>
                </a:moveTo>
                <a:lnTo>
                  <a:pt x="2468" y="11122"/>
                </a:lnTo>
                <a:lnTo>
                  <a:pt x="2520" y="10874"/>
                </a:lnTo>
                <a:lnTo>
                  <a:pt x="2453" y="111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1E7CF8-080B-44D1-BDD7-45B84587BF9B}"/>
              </a:ext>
            </a:extLst>
          </p:cNvPr>
          <p:cNvGrpSpPr/>
          <p:nvPr userDrawn="1"/>
        </p:nvGrpSpPr>
        <p:grpSpPr>
          <a:xfrm>
            <a:off x="10172435" y="409157"/>
            <a:ext cx="1490704" cy="302044"/>
            <a:chOff x="6931819" y="-1054294"/>
            <a:chExt cx="3884612" cy="787400"/>
          </a:xfrm>
          <a:solidFill>
            <a:srgbClr val="1D2228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FB1241D-5BF5-4472-89D6-06515A084F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F2F5459-4FE4-4048-B071-7271B64A84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CE73180-FD68-4722-A300-B7209D3F5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7873009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>
            <a:extLst>
              <a:ext uri="{FF2B5EF4-FFF2-40B4-BE49-F238E27FC236}">
                <a16:creationId xmlns:a16="http://schemas.microsoft.com/office/drawing/2014/main" id="{6D112D42-163E-4988-8C78-B395208269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2EBD1E6-F3AF-42EC-87C7-BD070FF7A3B4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3114675" cy="3024717"/>
          </a:xfrm>
          <a:custGeom>
            <a:avLst/>
            <a:gdLst>
              <a:gd name="T0" fmla="*/ 0 w 16351"/>
              <a:gd name="T1" fmla="*/ 0 h 15879"/>
              <a:gd name="T2" fmla="*/ 16351 w 16351"/>
              <a:gd name="T3" fmla="*/ 0 h 15879"/>
              <a:gd name="T4" fmla="*/ 13671 w 16351"/>
              <a:gd name="T5" fmla="*/ 7510 h 15879"/>
              <a:gd name="T6" fmla="*/ 5533 w 16351"/>
              <a:gd name="T7" fmla="*/ 15667 h 15879"/>
              <a:gd name="T8" fmla="*/ 4454 w 16351"/>
              <a:gd name="T9" fmla="*/ 15679 h 15879"/>
              <a:gd name="T10" fmla="*/ 0 w 16351"/>
              <a:gd name="T11" fmla="*/ 12289 h 15879"/>
              <a:gd name="T12" fmla="*/ 0 w 16351"/>
              <a:gd name="T13" fmla="*/ 0 h 158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351" h="15879">
                <a:moveTo>
                  <a:pt x="0" y="0"/>
                </a:moveTo>
                <a:lnTo>
                  <a:pt x="16351" y="0"/>
                </a:lnTo>
                <a:cubicBezTo>
                  <a:pt x="15912" y="2694"/>
                  <a:pt x="14988" y="5228"/>
                  <a:pt x="13671" y="7510"/>
                </a:cubicBezTo>
                <a:cubicBezTo>
                  <a:pt x="11719" y="10892"/>
                  <a:pt x="8906" y="13712"/>
                  <a:pt x="5533" y="15667"/>
                </a:cubicBezTo>
                <a:cubicBezTo>
                  <a:pt x="5213" y="15861"/>
                  <a:pt x="4800" y="15879"/>
                  <a:pt x="4454" y="15679"/>
                </a:cubicBezTo>
                <a:cubicBezTo>
                  <a:pt x="2828" y="14738"/>
                  <a:pt x="1333" y="13597"/>
                  <a:pt x="0" y="12289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10000"/>
                  <a:lumMod val="90000"/>
                </a:schemeClr>
              </a:gs>
              <a:gs pos="0">
                <a:schemeClr val="bg1">
                  <a:alpha val="60000"/>
                  <a:lumMod val="85000"/>
                </a:schemeClr>
              </a:gs>
            </a:gsLst>
            <a:lin ang="0" scaled="1"/>
          </a:gra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713CD565-863B-418A-9EE0-7FD2AB9C367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0" y="361950"/>
            <a:ext cx="1962150" cy="2387600"/>
          </a:xfrm>
          <a:custGeom>
            <a:avLst/>
            <a:gdLst>
              <a:gd name="T0" fmla="*/ 2520 w 10298"/>
              <a:gd name="T1" fmla="*/ 10874 h 12532"/>
              <a:gd name="T2" fmla="*/ 9730 w 10298"/>
              <a:gd name="T3" fmla="*/ 2090 h 12532"/>
              <a:gd name="T4" fmla="*/ 4048 w 10298"/>
              <a:gd name="T5" fmla="*/ 568 h 12532"/>
              <a:gd name="T6" fmla="*/ 0 w 10298"/>
              <a:gd name="T7" fmla="*/ 705 h 12532"/>
              <a:gd name="T8" fmla="*/ 4048 w 10298"/>
              <a:gd name="T9" fmla="*/ 0 h 12532"/>
              <a:gd name="T10" fmla="*/ 10014 w 10298"/>
              <a:gd name="T11" fmla="*/ 1598 h 12532"/>
              <a:gd name="T12" fmla="*/ 10298 w 10298"/>
              <a:gd name="T13" fmla="*/ 2090 h 12532"/>
              <a:gd name="T14" fmla="*/ 4342 w 10298"/>
              <a:gd name="T15" fmla="*/ 12418 h 12532"/>
              <a:gd name="T16" fmla="*/ 2389 w 10298"/>
              <a:gd name="T17" fmla="*/ 11495 h 12532"/>
              <a:gd name="T18" fmla="*/ 1949 w 10298"/>
              <a:gd name="T19" fmla="*/ 10838 h 12532"/>
              <a:gd name="T20" fmla="*/ 2727 w 10298"/>
              <a:gd name="T21" fmla="*/ 8245 h 12532"/>
              <a:gd name="T22" fmla="*/ 7109 w 10298"/>
              <a:gd name="T23" fmla="*/ 6007 h 12532"/>
              <a:gd name="T24" fmla="*/ 7453 w 10298"/>
              <a:gd name="T25" fmla="*/ 4089 h 12532"/>
              <a:gd name="T26" fmla="*/ 5282 w 10298"/>
              <a:gd name="T27" fmla="*/ 2192 h 12532"/>
              <a:gd name="T28" fmla="*/ 2305 w 10298"/>
              <a:gd name="T29" fmla="*/ 2193 h 12532"/>
              <a:gd name="T30" fmla="*/ 22 w 10298"/>
              <a:gd name="T31" fmla="*/ 8877 h 12532"/>
              <a:gd name="T32" fmla="*/ 21 w 10298"/>
              <a:gd name="T33" fmla="*/ 8885 h 12532"/>
              <a:gd name="T34" fmla="*/ 16 w 10298"/>
              <a:gd name="T35" fmla="*/ 8908 h 12532"/>
              <a:gd name="T36" fmla="*/ 10 w 10298"/>
              <a:gd name="T37" fmla="*/ 8932 h 12532"/>
              <a:gd name="T38" fmla="*/ 5 w 10298"/>
              <a:gd name="T39" fmla="*/ 8955 h 12532"/>
              <a:gd name="T40" fmla="*/ 0 w 10298"/>
              <a:gd name="T41" fmla="*/ 8979 h 12532"/>
              <a:gd name="T42" fmla="*/ 0 w 10298"/>
              <a:gd name="T43" fmla="*/ 6210 h 12532"/>
              <a:gd name="T44" fmla="*/ 696 w 10298"/>
              <a:gd name="T45" fmla="*/ 2935 h 12532"/>
              <a:gd name="T46" fmla="*/ 5282 w 10298"/>
              <a:gd name="T47" fmla="*/ 1625 h 12532"/>
              <a:gd name="T48" fmla="*/ 7208 w 10298"/>
              <a:gd name="T49" fmla="*/ 2240 h 12532"/>
              <a:gd name="T50" fmla="*/ 8019 w 10298"/>
              <a:gd name="T51" fmla="*/ 4089 h 12532"/>
              <a:gd name="T52" fmla="*/ 7664 w 10298"/>
              <a:gd name="T53" fmla="*/ 6124 h 12532"/>
              <a:gd name="T54" fmla="*/ 2956 w 10298"/>
              <a:gd name="T55" fmla="*/ 8813 h 12532"/>
              <a:gd name="T56" fmla="*/ 1169 w 10298"/>
              <a:gd name="T57" fmla="*/ 10399 h 12532"/>
              <a:gd name="T58" fmla="*/ 715 w 10298"/>
              <a:gd name="T59" fmla="*/ 9675 h 12532"/>
              <a:gd name="T60" fmla="*/ 2079 w 10298"/>
              <a:gd name="T61" fmla="*/ 3255 h 12532"/>
              <a:gd name="T62" fmla="*/ 5282 w 10298"/>
              <a:gd name="T63" fmla="*/ 3045 h 12532"/>
              <a:gd name="T64" fmla="*/ 6550 w 10298"/>
              <a:gd name="T65" fmla="*/ 4532 h 12532"/>
              <a:gd name="T66" fmla="*/ 4324 w 10298"/>
              <a:gd name="T67" fmla="*/ 7392 h 12532"/>
              <a:gd name="T68" fmla="*/ 1218 w 10298"/>
              <a:gd name="T69" fmla="*/ 10168 h 12532"/>
              <a:gd name="T70" fmla="*/ 5999 w 10298"/>
              <a:gd name="T71" fmla="*/ 4287 h 12532"/>
              <a:gd name="T72" fmla="*/ 2605 w 10298"/>
              <a:gd name="T73" fmla="*/ 3619 h 12532"/>
              <a:gd name="T74" fmla="*/ 4530 w 10298"/>
              <a:gd name="T75" fmla="*/ 6819 h 12532"/>
              <a:gd name="T76" fmla="*/ 5961 w 10298"/>
              <a:gd name="T77" fmla="*/ 4624 h 12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98" h="12532">
                <a:moveTo>
                  <a:pt x="2956" y="8813"/>
                </a:moveTo>
                <a:lnTo>
                  <a:pt x="2520" y="10874"/>
                </a:lnTo>
                <a:cubicBezTo>
                  <a:pt x="2998" y="11267"/>
                  <a:pt x="3509" y="11622"/>
                  <a:pt x="4048" y="11933"/>
                </a:cubicBezTo>
                <a:cubicBezTo>
                  <a:pt x="7444" y="9969"/>
                  <a:pt x="9730" y="6297"/>
                  <a:pt x="9730" y="2090"/>
                </a:cubicBezTo>
                <a:lnTo>
                  <a:pt x="9730" y="2089"/>
                </a:lnTo>
                <a:cubicBezTo>
                  <a:pt x="8058" y="1122"/>
                  <a:pt x="6118" y="568"/>
                  <a:pt x="4048" y="568"/>
                </a:cubicBezTo>
                <a:cubicBezTo>
                  <a:pt x="2622" y="568"/>
                  <a:pt x="1257" y="831"/>
                  <a:pt x="0" y="1310"/>
                </a:cubicBezTo>
                <a:lnTo>
                  <a:pt x="0" y="705"/>
                </a:lnTo>
                <a:cubicBezTo>
                  <a:pt x="313" y="592"/>
                  <a:pt x="632" y="492"/>
                  <a:pt x="957" y="405"/>
                </a:cubicBezTo>
                <a:cubicBezTo>
                  <a:pt x="1945" y="141"/>
                  <a:pt x="2981" y="0"/>
                  <a:pt x="4048" y="0"/>
                </a:cubicBezTo>
                <a:cubicBezTo>
                  <a:pt x="5115" y="0"/>
                  <a:pt x="6151" y="141"/>
                  <a:pt x="7139" y="405"/>
                </a:cubicBezTo>
                <a:cubicBezTo>
                  <a:pt x="8156" y="677"/>
                  <a:pt x="9121" y="1081"/>
                  <a:pt x="10014" y="1598"/>
                </a:cubicBezTo>
                <a:lnTo>
                  <a:pt x="10014" y="1598"/>
                </a:lnTo>
                <a:cubicBezTo>
                  <a:pt x="10184" y="1696"/>
                  <a:pt x="10298" y="1880"/>
                  <a:pt x="10298" y="2090"/>
                </a:cubicBezTo>
                <a:cubicBezTo>
                  <a:pt x="10298" y="4256"/>
                  <a:pt x="9718" y="6290"/>
                  <a:pt x="8705" y="8045"/>
                </a:cubicBezTo>
                <a:cubicBezTo>
                  <a:pt x="7659" y="9858"/>
                  <a:pt x="6150" y="11369"/>
                  <a:pt x="4342" y="12418"/>
                </a:cubicBezTo>
                <a:cubicBezTo>
                  <a:pt x="4171" y="12522"/>
                  <a:pt x="3950" y="12532"/>
                  <a:pt x="3764" y="12424"/>
                </a:cubicBezTo>
                <a:cubicBezTo>
                  <a:pt x="3283" y="12146"/>
                  <a:pt x="2824" y="11835"/>
                  <a:pt x="2389" y="11495"/>
                </a:cubicBezTo>
                <a:cubicBezTo>
                  <a:pt x="2221" y="11364"/>
                  <a:pt x="2056" y="11228"/>
                  <a:pt x="1896" y="11088"/>
                </a:cubicBezTo>
                <a:lnTo>
                  <a:pt x="1949" y="10838"/>
                </a:lnTo>
                <a:lnTo>
                  <a:pt x="2445" y="8490"/>
                </a:lnTo>
                <a:cubicBezTo>
                  <a:pt x="2464" y="8351"/>
                  <a:pt x="2583" y="8245"/>
                  <a:pt x="2727" y="8245"/>
                </a:cubicBezTo>
                <a:lnTo>
                  <a:pt x="4324" y="8245"/>
                </a:lnTo>
                <a:cubicBezTo>
                  <a:pt x="5798" y="8245"/>
                  <a:pt x="6802" y="7454"/>
                  <a:pt x="7109" y="6007"/>
                </a:cubicBezTo>
                <a:lnTo>
                  <a:pt x="7385" y="4709"/>
                </a:lnTo>
                <a:cubicBezTo>
                  <a:pt x="7428" y="4506"/>
                  <a:pt x="7453" y="4297"/>
                  <a:pt x="7453" y="4089"/>
                </a:cubicBezTo>
                <a:lnTo>
                  <a:pt x="7452" y="4089"/>
                </a:lnTo>
                <a:cubicBezTo>
                  <a:pt x="7452" y="2791"/>
                  <a:pt x="6485" y="2194"/>
                  <a:pt x="5282" y="2192"/>
                </a:cubicBezTo>
                <a:lnTo>
                  <a:pt x="5282" y="2193"/>
                </a:lnTo>
                <a:lnTo>
                  <a:pt x="2305" y="2193"/>
                </a:lnTo>
                <a:cubicBezTo>
                  <a:pt x="1755" y="2193"/>
                  <a:pt x="1370" y="2532"/>
                  <a:pt x="1248" y="3061"/>
                </a:cubicBezTo>
                <a:cubicBezTo>
                  <a:pt x="956" y="4585"/>
                  <a:pt x="455" y="6885"/>
                  <a:pt x="22" y="8877"/>
                </a:cubicBezTo>
                <a:lnTo>
                  <a:pt x="22" y="8877"/>
                </a:lnTo>
                <a:lnTo>
                  <a:pt x="21" y="8885"/>
                </a:lnTo>
                <a:lnTo>
                  <a:pt x="18" y="8897"/>
                </a:lnTo>
                <a:lnTo>
                  <a:pt x="16" y="8908"/>
                </a:lnTo>
                <a:lnTo>
                  <a:pt x="13" y="8920"/>
                </a:lnTo>
                <a:lnTo>
                  <a:pt x="10" y="8932"/>
                </a:lnTo>
                <a:lnTo>
                  <a:pt x="8" y="8944"/>
                </a:lnTo>
                <a:lnTo>
                  <a:pt x="5" y="8955"/>
                </a:lnTo>
                <a:lnTo>
                  <a:pt x="3" y="8967"/>
                </a:lnTo>
                <a:lnTo>
                  <a:pt x="0" y="8979"/>
                </a:lnTo>
                <a:lnTo>
                  <a:pt x="0" y="8980"/>
                </a:lnTo>
                <a:lnTo>
                  <a:pt x="0" y="6210"/>
                </a:lnTo>
                <a:lnTo>
                  <a:pt x="691" y="2953"/>
                </a:lnTo>
                <a:cubicBezTo>
                  <a:pt x="692" y="2947"/>
                  <a:pt x="694" y="2941"/>
                  <a:pt x="696" y="2935"/>
                </a:cubicBezTo>
                <a:cubicBezTo>
                  <a:pt x="876" y="2150"/>
                  <a:pt x="1491" y="1625"/>
                  <a:pt x="2305" y="1625"/>
                </a:cubicBezTo>
                <a:lnTo>
                  <a:pt x="5282" y="1625"/>
                </a:lnTo>
                <a:lnTo>
                  <a:pt x="5282" y="1626"/>
                </a:lnTo>
                <a:cubicBezTo>
                  <a:pt x="5966" y="1627"/>
                  <a:pt x="6671" y="1796"/>
                  <a:pt x="7208" y="2240"/>
                </a:cubicBezTo>
                <a:cubicBezTo>
                  <a:pt x="7711" y="2656"/>
                  <a:pt x="8020" y="3273"/>
                  <a:pt x="8020" y="4089"/>
                </a:cubicBezTo>
                <a:lnTo>
                  <a:pt x="8019" y="4089"/>
                </a:lnTo>
                <a:cubicBezTo>
                  <a:pt x="8019" y="4339"/>
                  <a:pt x="7991" y="4582"/>
                  <a:pt x="7939" y="4827"/>
                </a:cubicBezTo>
                <a:lnTo>
                  <a:pt x="7664" y="6124"/>
                </a:lnTo>
                <a:cubicBezTo>
                  <a:pt x="7301" y="7833"/>
                  <a:pt x="6065" y="8813"/>
                  <a:pt x="4324" y="8813"/>
                </a:cubicBezTo>
                <a:lnTo>
                  <a:pt x="2956" y="8813"/>
                </a:lnTo>
                <a:close/>
                <a:moveTo>
                  <a:pt x="1218" y="10168"/>
                </a:moveTo>
                <a:lnTo>
                  <a:pt x="1169" y="10399"/>
                </a:lnTo>
                <a:cubicBezTo>
                  <a:pt x="999" y="10224"/>
                  <a:pt x="835" y="10044"/>
                  <a:pt x="676" y="9859"/>
                </a:cubicBezTo>
                <a:lnTo>
                  <a:pt x="715" y="9675"/>
                </a:lnTo>
                <a:lnTo>
                  <a:pt x="715" y="9675"/>
                </a:lnTo>
                <a:lnTo>
                  <a:pt x="2079" y="3255"/>
                </a:lnTo>
                <a:cubicBezTo>
                  <a:pt x="2110" y="3117"/>
                  <a:pt x="2154" y="3045"/>
                  <a:pt x="2305" y="3045"/>
                </a:cubicBezTo>
                <a:lnTo>
                  <a:pt x="5282" y="3045"/>
                </a:lnTo>
                <a:cubicBezTo>
                  <a:pt x="6163" y="3045"/>
                  <a:pt x="6603" y="3396"/>
                  <a:pt x="6600" y="4096"/>
                </a:cubicBezTo>
                <a:cubicBezTo>
                  <a:pt x="6599" y="4229"/>
                  <a:pt x="6583" y="4375"/>
                  <a:pt x="6550" y="4532"/>
                </a:cubicBezTo>
                <a:lnTo>
                  <a:pt x="6275" y="5829"/>
                </a:lnTo>
                <a:cubicBezTo>
                  <a:pt x="6053" y="6872"/>
                  <a:pt x="5404" y="7392"/>
                  <a:pt x="4324" y="7392"/>
                </a:cubicBezTo>
                <a:lnTo>
                  <a:pt x="1805" y="7392"/>
                </a:lnTo>
                <a:lnTo>
                  <a:pt x="1218" y="10168"/>
                </a:lnTo>
                <a:close/>
                <a:moveTo>
                  <a:pt x="5961" y="4624"/>
                </a:moveTo>
                <a:cubicBezTo>
                  <a:pt x="5980" y="4513"/>
                  <a:pt x="5999" y="4401"/>
                  <a:pt x="5999" y="4287"/>
                </a:cubicBezTo>
                <a:cubicBezTo>
                  <a:pt x="6001" y="3842"/>
                  <a:pt x="5750" y="3619"/>
                  <a:pt x="5240" y="3619"/>
                </a:cubicBezTo>
                <a:lnTo>
                  <a:pt x="2605" y="3619"/>
                </a:lnTo>
                <a:lnTo>
                  <a:pt x="1932" y="6819"/>
                </a:lnTo>
                <a:lnTo>
                  <a:pt x="4530" y="6819"/>
                </a:lnTo>
                <a:cubicBezTo>
                  <a:pt x="5217" y="6819"/>
                  <a:pt x="5582" y="6423"/>
                  <a:pt x="5723" y="5776"/>
                </a:cubicBezTo>
                <a:lnTo>
                  <a:pt x="5961" y="46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1E7CF8-080B-44D1-BDD7-45B84587BF9B}"/>
              </a:ext>
            </a:extLst>
          </p:cNvPr>
          <p:cNvGrpSpPr/>
          <p:nvPr userDrawn="1"/>
        </p:nvGrpSpPr>
        <p:grpSpPr>
          <a:xfrm>
            <a:off x="10172435" y="409157"/>
            <a:ext cx="1490704" cy="302044"/>
            <a:chOff x="6931819" y="-1054294"/>
            <a:chExt cx="3884612" cy="787400"/>
          </a:xfrm>
          <a:solidFill>
            <a:srgbClr val="1D2228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FB1241D-5BF5-4472-89D6-06515A084F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F2F5459-4FE4-4048-B071-7271B64A84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CE73180-FD68-4722-A300-B7209D3F5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7670377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gradFill>
            <a:gsLst>
              <a:gs pos="100000">
                <a:srgbClr val="0B0F13"/>
              </a:gs>
              <a:gs pos="0">
                <a:srgbClr val="0F1923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" y="0"/>
            <a:ext cx="1219358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E853DA-5DC2-4793-80EC-F1DAF3BE10C3}"/>
              </a:ext>
            </a:extLst>
          </p:cNvPr>
          <p:cNvGrpSpPr/>
          <p:nvPr userDrawn="1"/>
        </p:nvGrpSpPr>
        <p:grpSpPr>
          <a:xfrm>
            <a:off x="10172435" y="409157"/>
            <a:ext cx="1490704" cy="302044"/>
            <a:chOff x="6931819" y="-1054294"/>
            <a:chExt cx="3884612" cy="787400"/>
          </a:xfrm>
          <a:solidFill>
            <a:srgbClr val="ACB0B4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B668EB7-8E8A-45F6-AC3C-D75FFFDDE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133ADBD9-EC9F-4F77-9D26-658623A7D1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016EB4F5-0DF4-4E6C-87A7-B17D75D75A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4829249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gradFill>
            <a:gsLst>
              <a:gs pos="100000">
                <a:srgbClr val="0B0F13"/>
              </a:gs>
              <a:gs pos="0">
                <a:srgbClr val="0F1923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" y="0"/>
            <a:ext cx="1219358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10472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81BE52B-B189-4975-AD2E-3E4B673AE65D}"/>
              </a:ext>
            </a:extLst>
          </p:cNvPr>
          <p:cNvGrpSpPr/>
          <p:nvPr userDrawn="1"/>
        </p:nvGrpSpPr>
        <p:grpSpPr>
          <a:xfrm>
            <a:off x="10172435" y="409157"/>
            <a:ext cx="1490704" cy="302044"/>
            <a:chOff x="6931819" y="-1054294"/>
            <a:chExt cx="3884612" cy="787400"/>
          </a:xfrm>
          <a:solidFill>
            <a:srgbClr val="1D2228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D6E12A0-C606-4787-9A0E-B785158E5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31819" y="-1054294"/>
              <a:ext cx="3884612" cy="787400"/>
            </a:xfrm>
            <a:custGeom>
              <a:avLst/>
              <a:gdLst>
                <a:gd name="T0" fmla="*/ 1104 w 10776"/>
                <a:gd name="T1" fmla="*/ 0 h 2155"/>
                <a:gd name="T2" fmla="*/ 0 w 10776"/>
                <a:gd name="T3" fmla="*/ 1678 h 2155"/>
                <a:gd name="T4" fmla="*/ 247 w 10776"/>
                <a:gd name="T5" fmla="*/ 1678 h 2155"/>
                <a:gd name="T6" fmla="*/ 1524 w 10776"/>
                <a:gd name="T7" fmla="*/ 1147 h 2155"/>
                <a:gd name="T8" fmla="*/ 10537 w 10776"/>
                <a:gd name="T9" fmla="*/ 1349 h 2155"/>
                <a:gd name="T10" fmla="*/ 9868 w 10776"/>
                <a:gd name="T11" fmla="*/ 621 h 2155"/>
                <a:gd name="T12" fmla="*/ 9556 w 10776"/>
                <a:gd name="T13" fmla="*/ 1349 h 2155"/>
                <a:gd name="T14" fmla="*/ 10250 w 10776"/>
                <a:gd name="T15" fmla="*/ 1530 h 2155"/>
                <a:gd name="T16" fmla="*/ 10776 w 10776"/>
                <a:gd name="T17" fmla="*/ 1349 h 2155"/>
                <a:gd name="T18" fmla="*/ 9866 w 10776"/>
                <a:gd name="T19" fmla="*/ 1796 h 2155"/>
                <a:gd name="T20" fmla="*/ 9322 w 10776"/>
                <a:gd name="T21" fmla="*/ 817 h 2155"/>
                <a:gd name="T22" fmla="*/ 10256 w 10776"/>
                <a:gd name="T23" fmla="*/ 354 h 2155"/>
                <a:gd name="T24" fmla="*/ 8383 w 10776"/>
                <a:gd name="T25" fmla="*/ 1520 h 2155"/>
                <a:gd name="T26" fmla="*/ 8057 w 10776"/>
                <a:gd name="T27" fmla="*/ 620 h 2155"/>
                <a:gd name="T28" fmla="*/ 7381 w 10776"/>
                <a:gd name="T29" fmla="*/ 797 h 2155"/>
                <a:gd name="T30" fmla="*/ 8383 w 10776"/>
                <a:gd name="T31" fmla="*/ 1520 h 2155"/>
                <a:gd name="T32" fmla="*/ 8006 w 10776"/>
                <a:gd name="T33" fmla="*/ 2155 h 2155"/>
                <a:gd name="T34" fmla="*/ 7820 w 10776"/>
                <a:gd name="T35" fmla="*/ 2006 h 2155"/>
                <a:gd name="T36" fmla="*/ 8272 w 10776"/>
                <a:gd name="T37" fmla="*/ 1861 h 2155"/>
                <a:gd name="T38" fmla="*/ 7361 w 10776"/>
                <a:gd name="T39" fmla="*/ 1708 h 2155"/>
                <a:gd name="T40" fmla="*/ 7320 w 10776"/>
                <a:gd name="T41" fmla="*/ 455 h 2155"/>
                <a:gd name="T42" fmla="*/ 8398 w 10776"/>
                <a:gd name="T43" fmla="*/ 437 h 2155"/>
                <a:gd name="T44" fmla="*/ 6916 w 10776"/>
                <a:gd name="T45" fmla="*/ 1678 h 2155"/>
                <a:gd name="T46" fmla="*/ 6683 w 10776"/>
                <a:gd name="T47" fmla="*/ 1678 h 2155"/>
                <a:gd name="T48" fmla="*/ 6828 w 10776"/>
                <a:gd name="T49" fmla="*/ 470 h 2155"/>
                <a:gd name="T50" fmla="*/ 4760 w 10776"/>
                <a:gd name="T51" fmla="*/ 621 h 2155"/>
                <a:gd name="T52" fmla="*/ 4484 w 10776"/>
                <a:gd name="T53" fmla="*/ 800 h 2155"/>
                <a:gd name="T54" fmla="*/ 5165 w 10776"/>
                <a:gd name="T55" fmla="*/ 928 h 2155"/>
                <a:gd name="T56" fmla="*/ 5135 w 10776"/>
                <a:gd name="T57" fmla="*/ 1796 h 2155"/>
                <a:gd name="T58" fmla="*/ 4255 w 10776"/>
                <a:gd name="T59" fmla="*/ 1649 h 2155"/>
                <a:gd name="T60" fmla="*/ 5356 w 10776"/>
                <a:gd name="T61" fmla="*/ 1384 h 2155"/>
                <a:gd name="T62" fmla="*/ 4774 w 10776"/>
                <a:gd name="T63" fmla="*/ 1199 h 2155"/>
                <a:gd name="T64" fmla="*/ 4249 w 10776"/>
                <a:gd name="T65" fmla="*/ 724 h 2155"/>
                <a:gd name="T66" fmla="*/ 5800 w 10776"/>
                <a:gd name="T67" fmla="*/ 117 h 2155"/>
                <a:gd name="T68" fmla="*/ 6034 w 10776"/>
                <a:gd name="T69" fmla="*/ 117 h 2155"/>
                <a:gd name="T70" fmla="*/ 6494 w 10776"/>
                <a:gd name="T71" fmla="*/ 482 h 2155"/>
                <a:gd name="T72" fmla="*/ 6034 w 10776"/>
                <a:gd name="T73" fmla="*/ 618 h 2155"/>
                <a:gd name="T74" fmla="*/ 5887 w 10776"/>
                <a:gd name="T75" fmla="*/ 1796 h 2155"/>
                <a:gd name="T76" fmla="*/ 4760 w 10776"/>
                <a:gd name="T77" fmla="*/ 621 h 2155"/>
                <a:gd name="T78" fmla="*/ 3739 w 10776"/>
                <a:gd name="T79" fmla="*/ 652 h 2155"/>
                <a:gd name="T80" fmla="*/ 2863 w 10776"/>
                <a:gd name="T81" fmla="*/ 790 h 2155"/>
                <a:gd name="T82" fmla="*/ 4103 w 10776"/>
                <a:gd name="T83" fmla="*/ 1100 h 2155"/>
                <a:gd name="T84" fmla="*/ 3175 w 10776"/>
                <a:gd name="T85" fmla="*/ 1530 h 2155"/>
                <a:gd name="T86" fmla="*/ 3437 w 10776"/>
                <a:gd name="T87" fmla="*/ 1678 h 2155"/>
                <a:gd name="T88" fmla="*/ 2833 w 10776"/>
                <a:gd name="T89" fmla="*/ 1716 h 2155"/>
                <a:gd name="T90" fmla="*/ 2831 w 10776"/>
                <a:gd name="T91" fmla="*/ 439 h 2155"/>
                <a:gd name="T92" fmla="*/ 3934 w 10776"/>
                <a:gd name="T93" fmla="*/ 434 h 2155"/>
                <a:gd name="T94" fmla="*/ 2556 w 10776"/>
                <a:gd name="T95" fmla="*/ 504 h 2155"/>
                <a:gd name="T96" fmla="*/ 2097 w 10776"/>
                <a:gd name="T97" fmla="*/ 801 h 2155"/>
                <a:gd name="T98" fmla="*/ 1946 w 10776"/>
                <a:gd name="T99" fmla="*/ 1796 h 2155"/>
                <a:gd name="T100" fmla="*/ 2039 w 10776"/>
                <a:gd name="T101" fmla="*/ 442 h 2155"/>
                <a:gd name="T102" fmla="*/ 2556 w 10776"/>
                <a:gd name="T103" fmla="*/ 472 h 2155"/>
                <a:gd name="T104" fmla="*/ 9003 w 10776"/>
                <a:gd name="T105" fmla="*/ 1796 h 2155"/>
                <a:gd name="T106" fmla="*/ 8858 w 10776"/>
                <a:gd name="T107" fmla="*/ 587 h 2155"/>
                <a:gd name="T108" fmla="*/ 9091 w 10776"/>
                <a:gd name="T109" fmla="*/ 587 h 2155"/>
                <a:gd name="T110" fmla="*/ 1385 w 10776"/>
                <a:gd name="T111" fmla="*/ 297 h 2155"/>
                <a:gd name="T112" fmla="*/ 1385 w 10776"/>
                <a:gd name="T113" fmla="*/ 933 h 2155"/>
                <a:gd name="T114" fmla="*/ 247 w 10776"/>
                <a:gd name="T115" fmla="*/ 264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6" h="2155">
                  <a:moveTo>
                    <a:pt x="1727" y="485"/>
                  </a:moveTo>
                  <a:cubicBezTo>
                    <a:pt x="1727" y="303"/>
                    <a:pt x="1660" y="167"/>
                    <a:pt x="1524" y="84"/>
                  </a:cubicBezTo>
                  <a:cubicBezTo>
                    <a:pt x="1426" y="25"/>
                    <a:pt x="1258" y="0"/>
                    <a:pt x="1104" y="0"/>
                  </a:cubicBezTo>
                  <a:lnTo>
                    <a:pt x="86" y="0"/>
                  </a:lnTo>
                  <a:cubicBezTo>
                    <a:pt x="29" y="0"/>
                    <a:pt x="0" y="39"/>
                    <a:pt x="0" y="117"/>
                  </a:cubicBezTo>
                  <a:lnTo>
                    <a:pt x="0" y="1678"/>
                  </a:lnTo>
                  <a:cubicBezTo>
                    <a:pt x="0" y="1757"/>
                    <a:pt x="29" y="1796"/>
                    <a:pt x="86" y="1796"/>
                  </a:cubicBezTo>
                  <a:lnTo>
                    <a:pt x="160" y="1796"/>
                  </a:lnTo>
                  <a:cubicBezTo>
                    <a:pt x="218" y="1796"/>
                    <a:pt x="247" y="1757"/>
                    <a:pt x="247" y="1678"/>
                  </a:cubicBezTo>
                  <a:lnTo>
                    <a:pt x="247" y="1231"/>
                  </a:lnTo>
                  <a:lnTo>
                    <a:pt x="1104" y="1231"/>
                  </a:lnTo>
                  <a:cubicBezTo>
                    <a:pt x="1258" y="1231"/>
                    <a:pt x="1426" y="1207"/>
                    <a:pt x="1524" y="1147"/>
                  </a:cubicBezTo>
                  <a:cubicBezTo>
                    <a:pt x="1660" y="1065"/>
                    <a:pt x="1727" y="961"/>
                    <a:pt x="1727" y="779"/>
                  </a:cubicBezTo>
                  <a:lnTo>
                    <a:pt x="1727" y="485"/>
                  </a:lnTo>
                  <a:close/>
                  <a:moveTo>
                    <a:pt x="10537" y="1349"/>
                  </a:moveTo>
                  <a:lnTo>
                    <a:pt x="10537" y="793"/>
                  </a:lnTo>
                  <a:cubicBezTo>
                    <a:pt x="10537" y="678"/>
                    <a:pt x="10441" y="621"/>
                    <a:pt x="10249" y="621"/>
                  </a:cubicBezTo>
                  <a:lnTo>
                    <a:pt x="9868" y="621"/>
                  </a:lnTo>
                  <a:cubicBezTo>
                    <a:pt x="9799" y="621"/>
                    <a:pt x="9736" y="632"/>
                    <a:pt x="9681" y="655"/>
                  </a:cubicBezTo>
                  <a:cubicBezTo>
                    <a:pt x="9598" y="690"/>
                    <a:pt x="9556" y="744"/>
                    <a:pt x="9556" y="817"/>
                  </a:cubicBezTo>
                  <a:lnTo>
                    <a:pt x="9556" y="1349"/>
                  </a:lnTo>
                  <a:cubicBezTo>
                    <a:pt x="9556" y="1419"/>
                    <a:pt x="9598" y="1470"/>
                    <a:pt x="9683" y="1500"/>
                  </a:cubicBezTo>
                  <a:cubicBezTo>
                    <a:pt x="9738" y="1520"/>
                    <a:pt x="9800" y="1530"/>
                    <a:pt x="9869" y="1530"/>
                  </a:cubicBezTo>
                  <a:lnTo>
                    <a:pt x="10250" y="1530"/>
                  </a:lnTo>
                  <a:cubicBezTo>
                    <a:pt x="10311" y="1530"/>
                    <a:pt x="10368" y="1519"/>
                    <a:pt x="10423" y="1496"/>
                  </a:cubicBezTo>
                  <a:cubicBezTo>
                    <a:pt x="10499" y="1463"/>
                    <a:pt x="10537" y="1415"/>
                    <a:pt x="10537" y="1349"/>
                  </a:cubicBezTo>
                  <a:close/>
                  <a:moveTo>
                    <a:pt x="10776" y="1349"/>
                  </a:moveTo>
                  <a:cubicBezTo>
                    <a:pt x="10776" y="1515"/>
                    <a:pt x="10713" y="1638"/>
                    <a:pt x="10589" y="1716"/>
                  </a:cubicBezTo>
                  <a:cubicBezTo>
                    <a:pt x="10503" y="1769"/>
                    <a:pt x="10392" y="1796"/>
                    <a:pt x="10256" y="1796"/>
                  </a:cubicBezTo>
                  <a:lnTo>
                    <a:pt x="9866" y="1796"/>
                  </a:lnTo>
                  <a:cubicBezTo>
                    <a:pt x="9614" y="1796"/>
                    <a:pt x="9448" y="1712"/>
                    <a:pt x="9366" y="1543"/>
                  </a:cubicBezTo>
                  <a:cubicBezTo>
                    <a:pt x="9337" y="1482"/>
                    <a:pt x="9322" y="1418"/>
                    <a:pt x="9322" y="1349"/>
                  </a:cubicBezTo>
                  <a:lnTo>
                    <a:pt x="9322" y="817"/>
                  </a:lnTo>
                  <a:cubicBezTo>
                    <a:pt x="9322" y="700"/>
                    <a:pt x="9362" y="598"/>
                    <a:pt x="9443" y="512"/>
                  </a:cubicBezTo>
                  <a:cubicBezTo>
                    <a:pt x="9542" y="406"/>
                    <a:pt x="9683" y="354"/>
                    <a:pt x="9865" y="354"/>
                  </a:cubicBezTo>
                  <a:lnTo>
                    <a:pt x="10256" y="354"/>
                  </a:lnTo>
                  <a:cubicBezTo>
                    <a:pt x="10603" y="354"/>
                    <a:pt x="10776" y="507"/>
                    <a:pt x="10776" y="814"/>
                  </a:cubicBezTo>
                  <a:lnTo>
                    <a:pt x="10776" y="1349"/>
                  </a:lnTo>
                  <a:close/>
                  <a:moveTo>
                    <a:pt x="8383" y="1520"/>
                  </a:moveTo>
                  <a:lnTo>
                    <a:pt x="8383" y="820"/>
                  </a:lnTo>
                  <a:cubicBezTo>
                    <a:pt x="8383" y="747"/>
                    <a:pt x="8339" y="693"/>
                    <a:pt x="8251" y="657"/>
                  </a:cubicBezTo>
                  <a:cubicBezTo>
                    <a:pt x="8190" y="632"/>
                    <a:pt x="8125" y="620"/>
                    <a:pt x="8057" y="620"/>
                  </a:cubicBezTo>
                  <a:lnTo>
                    <a:pt x="7686" y="620"/>
                  </a:lnTo>
                  <a:cubicBezTo>
                    <a:pt x="7600" y="620"/>
                    <a:pt x="7537" y="626"/>
                    <a:pt x="7498" y="638"/>
                  </a:cubicBezTo>
                  <a:cubicBezTo>
                    <a:pt x="7420" y="663"/>
                    <a:pt x="7381" y="716"/>
                    <a:pt x="7381" y="797"/>
                  </a:cubicBezTo>
                  <a:lnTo>
                    <a:pt x="7381" y="1335"/>
                  </a:lnTo>
                  <a:cubicBezTo>
                    <a:pt x="7381" y="1458"/>
                    <a:pt x="7497" y="1520"/>
                    <a:pt x="7730" y="1520"/>
                  </a:cubicBezTo>
                  <a:lnTo>
                    <a:pt x="8383" y="1520"/>
                  </a:lnTo>
                  <a:close/>
                  <a:moveTo>
                    <a:pt x="8620" y="1749"/>
                  </a:moveTo>
                  <a:cubicBezTo>
                    <a:pt x="8620" y="1915"/>
                    <a:pt x="8544" y="2004"/>
                    <a:pt x="8389" y="2081"/>
                  </a:cubicBezTo>
                  <a:cubicBezTo>
                    <a:pt x="8281" y="2135"/>
                    <a:pt x="8152" y="2155"/>
                    <a:pt x="8006" y="2155"/>
                  </a:cubicBezTo>
                  <a:lnTo>
                    <a:pt x="7907" y="2155"/>
                  </a:lnTo>
                  <a:cubicBezTo>
                    <a:pt x="7849" y="2155"/>
                    <a:pt x="7820" y="2116"/>
                    <a:pt x="7820" y="2038"/>
                  </a:cubicBezTo>
                  <a:lnTo>
                    <a:pt x="7820" y="2006"/>
                  </a:lnTo>
                  <a:cubicBezTo>
                    <a:pt x="7820" y="1928"/>
                    <a:pt x="7849" y="1889"/>
                    <a:pt x="7907" y="1889"/>
                  </a:cubicBezTo>
                  <a:lnTo>
                    <a:pt x="8078" y="1889"/>
                  </a:lnTo>
                  <a:cubicBezTo>
                    <a:pt x="8119" y="1889"/>
                    <a:pt x="8217" y="1881"/>
                    <a:pt x="8272" y="1861"/>
                  </a:cubicBezTo>
                  <a:cubicBezTo>
                    <a:pt x="8328" y="1840"/>
                    <a:pt x="8379" y="1816"/>
                    <a:pt x="8379" y="1785"/>
                  </a:cubicBezTo>
                  <a:lnTo>
                    <a:pt x="7735" y="1785"/>
                  </a:lnTo>
                  <a:cubicBezTo>
                    <a:pt x="7585" y="1785"/>
                    <a:pt x="7460" y="1759"/>
                    <a:pt x="7361" y="1708"/>
                  </a:cubicBezTo>
                  <a:cubicBezTo>
                    <a:pt x="7218" y="1633"/>
                    <a:pt x="7147" y="1510"/>
                    <a:pt x="7147" y="1339"/>
                  </a:cubicBezTo>
                  <a:lnTo>
                    <a:pt x="7147" y="804"/>
                  </a:lnTo>
                  <a:cubicBezTo>
                    <a:pt x="7147" y="652"/>
                    <a:pt x="7205" y="536"/>
                    <a:pt x="7320" y="455"/>
                  </a:cubicBezTo>
                  <a:cubicBezTo>
                    <a:pt x="7417" y="387"/>
                    <a:pt x="7534" y="354"/>
                    <a:pt x="7673" y="354"/>
                  </a:cubicBezTo>
                  <a:lnTo>
                    <a:pt x="8018" y="354"/>
                  </a:lnTo>
                  <a:cubicBezTo>
                    <a:pt x="8166" y="354"/>
                    <a:pt x="8293" y="381"/>
                    <a:pt x="8398" y="437"/>
                  </a:cubicBezTo>
                  <a:cubicBezTo>
                    <a:pt x="8546" y="515"/>
                    <a:pt x="8620" y="638"/>
                    <a:pt x="8620" y="807"/>
                  </a:cubicBezTo>
                  <a:lnTo>
                    <a:pt x="8620" y="1749"/>
                  </a:lnTo>
                  <a:close/>
                  <a:moveTo>
                    <a:pt x="6916" y="1678"/>
                  </a:moveTo>
                  <a:cubicBezTo>
                    <a:pt x="6916" y="1757"/>
                    <a:pt x="6887" y="1796"/>
                    <a:pt x="6828" y="1796"/>
                  </a:cubicBezTo>
                  <a:lnTo>
                    <a:pt x="6770" y="1796"/>
                  </a:lnTo>
                  <a:cubicBezTo>
                    <a:pt x="6712" y="1796"/>
                    <a:pt x="6683" y="1757"/>
                    <a:pt x="6683" y="1678"/>
                  </a:cubicBezTo>
                  <a:lnTo>
                    <a:pt x="6683" y="587"/>
                  </a:lnTo>
                  <a:cubicBezTo>
                    <a:pt x="6683" y="509"/>
                    <a:pt x="6712" y="470"/>
                    <a:pt x="6770" y="470"/>
                  </a:cubicBezTo>
                  <a:lnTo>
                    <a:pt x="6828" y="470"/>
                  </a:lnTo>
                  <a:cubicBezTo>
                    <a:pt x="6887" y="470"/>
                    <a:pt x="6916" y="509"/>
                    <a:pt x="6916" y="587"/>
                  </a:cubicBezTo>
                  <a:lnTo>
                    <a:pt x="6916" y="1678"/>
                  </a:lnTo>
                  <a:close/>
                  <a:moveTo>
                    <a:pt x="4760" y="621"/>
                  </a:moveTo>
                  <a:cubicBezTo>
                    <a:pt x="4671" y="621"/>
                    <a:pt x="4618" y="623"/>
                    <a:pt x="4601" y="625"/>
                  </a:cubicBezTo>
                  <a:cubicBezTo>
                    <a:pt x="4523" y="639"/>
                    <a:pt x="4484" y="672"/>
                    <a:pt x="4484" y="724"/>
                  </a:cubicBezTo>
                  <a:lnTo>
                    <a:pt x="4484" y="800"/>
                  </a:lnTo>
                  <a:cubicBezTo>
                    <a:pt x="4484" y="851"/>
                    <a:pt x="4510" y="886"/>
                    <a:pt x="4562" y="905"/>
                  </a:cubicBezTo>
                  <a:cubicBezTo>
                    <a:pt x="4603" y="921"/>
                    <a:pt x="4675" y="928"/>
                    <a:pt x="4777" y="928"/>
                  </a:cubicBezTo>
                  <a:lnTo>
                    <a:pt x="5165" y="928"/>
                  </a:lnTo>
                  <a:cubicBezTo>
                    <a:pt x="5455" y="928"/>
                    <a:pt x="5599" y="1059"/>
                    <a:pt x="5599" y="1319"/>
                  </a:cubicBezTo>
                  <a:lnTo>
                    <a:pt x="5599" y="1384"/>
                  </a:lnTo>
                  <a:cubicBezTo>
                    <a:pt x="5599" y="1659"/>
                    <a:pt x="5444" y="1796"/>
                    <a:pt x="5135" y="1796"/>
                  </a:cubicBezTo>
                  <a:lnTo>
                    <a:pt x="4341" y="1796"/>
                  </a:lnTo>
                  <a:cubicBezTo>
                    <a:pt x="4284" y="1796"/>
                    <a:pt x="4255" y="1757"/>
                    <a:pt x="4255" y="1678"/>
                  </a:cubicBezTo>
                  <a:lnTo>
                    <a:pt x="4255" y="1649"/>
                  </a:lnTo>
                  <a:cubicBezTo>
                    <a:pt x="4255" y="1570"/>
                    <a:pt x="4284" y="1530"/>
                    <a:pt x="4341" y="1530"/>
                  </a:cubicBezTo>
                  <a:lnTo>
                    <a:pt x="5137" y="1530"/>
                  </a:lnTo>
                  <a:cubicBezTo>
                    <a:pt x="5283" y="1530"/>
                    <a:pt x="5356" y="1481"/>
                    <a:pt x="5356" y="1384"/>
                  </a:cubicBezTo>
                  <a:lnTo>
                    <a:pt x="5356" y="1330"/>
                  </a:lnTo>
                  <a:cubicBezTo>
                    <a:pt x="5356" y="1243"/>
                    <a:pt x="5289" y="1199"/>
                    <a:pt x="5155" y="1199"/>
                  </a:cubicBezTo>
                  <a:lnTo>
                    <a:pt x="4774" y="1199"/>
                  </a:lnTo>
                  <a:cubicBezTo>
                    <a:pt x="4626" y="1199"/>
                    <a:pt x="4513" y="1179"/>
                    <a:pt x="4435" y="1140"/>
                  </a:cubicBezTo>
                  <a:cubicBezTo>
                    <a:pt x="4311" y="1078"/>
                    <a:pt x="4249" y="966"/>
                    <a:pt x="4249" y="803"/>
                  </a:cubicBezTo>
                  <a:lnTo>
                    <a:pt x="4249" y="724"/>
                  </a:lnTo>
                  <a:cubicBezTo>
                    <a:pt x="4249" y="477"/>
                    <a:pt x="4418" y="354"/>
                    <a:pt x="4755" y="354"/>
                  </a:cubicBezTo>
                  <a:lnTo>
                    <a:pt x="5800" y="354"/>
                  </a:lnTo>
                  <a:lnTo>
                    <a:pt x="5800" y="117"/>
                  </a:lnTo>
                  <a:cubicBezTo>
                    <a:pt x="5800" y="39"/>
                    <a:pt x="5829" y="0"/>
                    <a:pt x="5887" y="0"/>
                  </a:cubicBezTo>
                  <a:lnTo>
                    <a:pt x="5948" y="0"/>
                  </a:lnTo>
                  <a:cubicBezTo>
                    <a:pt x="6006" y="0"/>
                    <a:pt x="6034" y="39"/>
                    <a:pt x="6034" y="117"/>
                  </a:cubicBezTo>
                  <a:lnTo>
                    <a:pt x="6034" y="365"/>
                  </a:lnTo>
                  <a:lnTo>
                    <a:pt x="6406" y="365"/>
                  </a:lnTo>
                  <a:cubicBezTo>
                    <a:pt x="6465" y="365"/>
                    <a:pt x="6494" y="404"/>
                    <a:pt x="6494" y="482"/>
                  </a:cubicBezTo>
                  <a:lnTo>
                    <a:pt x="6494" y="513"/>
                  </a:lnTo>
                  <a:cubicBezTo>
                    <a:pt x="6494" y="592"/>
                    <a:pt x="6465" y="618"/>
                    <a:pt x="6406" y="618"/>
                  </a:cubicBezTo>
                  <a:lnTo>
                    <a:pt x="6034" y="618"/>
                  </a:lnTo>
                  <a:lnTo>
                    <a:pt x="6034" y="1678"/>
                  </a:lnTo>
                  <a:cubicBezTo>
                    <a:pt x="6034" y="1757"/>
                    <a:pt x="6006" y="1796"/>
                    <a:pt x="5948" y="1796"/>
                  </a:cubicBezTo>
                  <a:lnTo>
                    <a:pt x="5887" y="1796"/>
                  </a:lnTo>
                  <a:cubicBezTo>
                    <a:pt x="5829" y="1796"/>
                    <a:pt x="5800" y="1757"/>
                    <a:pt x="5800" y="1678"/>
                  </a:cubicBezTo>
                  <a:lnTo>
                    <a:pt x="5800" y="619"/>
                  </a:lnTo>
                  <a:lnTo>
                    <a:pt x="4760" y="621"/>
                  </a:lnTo>
                  <a:close/>
                  <a:moveTo>
                    <a:pt x="3874" y="956"/>
                  </a:moveTo>
                  <a:lnTo>
                    <a:pt x="3874" y="778"/>
                  </a:lnTo>
                  <a:cubicBezTo>
                    <a:pt x="3874" y="724"/>
                    <a:pt x="3829" y="682"/>
                    <a:pt x="3739" y="652"/>
                  </a:cubicBezTo>
                  <a:cubicBezTo>
                    <a:pt x="3676" y="631"/>
                    <a:pt x="3615" y="621"/>
                    <a:pt x="3557" y="621"/>
                  </a:cubicBezTo>
                  <a:lnTo>
                    <a:pt x="3217" y="621"/>
                  </a:lnTo>
                  <a:cubicBezTo>
                    <a:pt x="2981" y="621"/>
                    <a:pt x="2863" y="677"/>
                    <a:pt x="2863" y="790"/>
                  </a:cubicBezTo>
                  <a:lnTo>
                    <a:pt x="2863" y="956"/>
                  </a:lnTo>
                  <a:lnTo>
                    <a:pt x="3874" y="956"/>
                  </a:lnTo>
                  <a:close/>
                  <a:moveTo>
                    <a:pt x="4103" y="1100"/>
                  </a:moveTo>
                  <a:cubicBezTo>
                    <a:pt x="4103" y="1188"/>
                    <a:pt x="4080" y="1231"/>
                    <a:pt x="4037" y="1231"/>
                  </a:cubicBezTo>
                  <a:lnTo>
                    <a:pt x="2871" y="1231"/>
                  </a:lnTo>
                  <a:cubicBezTo>
                    <a:pt x="2871" y="1431"/>
                    <a:pt x="2972" y="1530"/>
                    <a:pt x="3175" y="1530"/>
                  </a:cubicBezTo>
                  <a:lnTo>
                    <a:pt x="3350" y="1530"/>
                  </a:lnTo>
                  <a:cubicBezTo>
                    <a:pt x="3408" y="1530"/>
                    <a:pt x="3437" y="1570"/>
                    <a:pt x="3437" y="1649"/>
                  </a:cubicBezTo>
                  <a:lnTo>
                    <a:pt x="3437" y="1678"/>
                  </a:lnTo>
                  <a:cubicBezTo>
                    <a:pt x="3437" y="1757"/>
                    <a:pt x="3408" y="1796"/>
                    <a:pt x="3350" y="1796"/>
                  </a:cubicBezTo>
                  <a:lnTo>
                    <a:pt x="3200" y="1796"/>
                  </a:lnTo>
                  <a:cubicBezTo>
                    <a:pt x="3050" y="1796"/>
                    <a:pt x="2928" y="1769"/>
                    <a:pt x="2833" y="1716"/>
                  </a:cubicBezTo>
                  <a:cubicBezTo>
                    <a:pt x="2697" y="1640"/>
                    <a:pt x="2629" y="1515"/>
                    <a:pt x="2629" y="1340"/>
                  </a:cubicBezTo>
                  <a:lnTo>
                    <a:pt x="2629" y="809"/>
                  </a:lnTo>
                  <a:cubicBezTo>
                    <a:pt x="2629" y="643"/>
                    <a:pt x="2696" y="520"/>
                    <a:pt x="2831" y="439"/>
                  </a:cubicBezTo>
                  <a:cubicBezTo>
                    <a:pt x="2928" y="381"/>
                    <a:pt x="3049" y="352"/>
                    <a:pt x="3191" y="352"/>
                  </a:cubicBezTo>
                  <a:lnTo>
                    <a:pt x="3629" y="352"/>
                  </a:lnTo>
                  <a:cubicBezTo>
                    <a:pt x="3748" y="352"/>
                    <a:pt x="3849" y="379"/>
                    <a:pt x="3934" y="434"/>
                  </a:cubicBezTo>
                  <a:cubicBezTo>
                    <a:pt x="4047" y="505"/>
                    <a:pt x="4103" y="611"/>
                    <a:pt x="4103" y="752"/>
                  </a:cubicBezTo>
                  <a:lnTo>
                    <a:pt x="4103" y="1100"/>
                  </a:lnTo>
                  <a:close/>
                  <a:moveTo>
                    <a:pt x="2556" y="504"/>
                  </a:moveTo>
                  <a:cubicBezTo>
                    <a:pt x="2556" y="582"/>
                    <a:pt x="2527" y="621"/>
                    <a:pt x="2468" y="621"/>
                  </a:cubicBezTo>
                  <a:lnTo>
                    <a:pt x="2360" y="621"/>
                  </a:lnTo>
                  <a:cubicBezTo>
                    <a:pt x="2185" y="621"/>
                    <a:pt x="2097" y="681"/>
                    <a:pt x="2097" y="801"/>
                  </a:cubicBezTo>
                  <a:lnTo>
                    <a:pt x="2097" y="1678"/>
                  </a:lnTo>
                  <a:cubicBezTo>
                    <a:pt x="2097" y="1757"/>
                    <a:pt x="2068" y="1796"/>
                    <a:pt x="2011" y="1796"/>
                  </a:cubicBezTo>
                  <a:lnTo>
                    <a:pt x="1946" y="1796"/>
                  </a:lnTo>
                  <a:cubicBezTo>
                    <a:pt x="1889" y="1796"/>
                    <a:pt x="1860" y="1756"/>
                    <a:pt x="1860" y="1676"/>
                  </a:cubicBezTo>
                  <a:lnTo>
                    <a:pt x="1863" y="801"/>
                  </a:lnTo>
                  <a:cubicBezTo>
                    <a:pt x="1864" y="639"/>
                    <a:pt x="1922" y="520"/>
                    <a:pt x="2039" y="442"/>
                  </a:cubicBezTo>
                  <a:cubicBezTo>
                    <a:pt x="2129" y="383"/>
                    <a:pt x="2240" y="354"/>
                    <a:pt x="2374" y="354"/>
                  </a:cubicBezTo>
                  <a:lnTo>
                    <a:pt x="2468" y="354"/>
                  </a:lnTo>
                  <a:cubicBezTo>
                    <a:pt x="2527" y="354"/>
                    <a:pt x="2556" y="393"/>
                    <a:pt x="2556" y="472"/>
                  </a:cubicBezTo>
                  <a:lnTo>
                    <a:pt x="2556" y="504"/>
                  </a:lnTo>
                  <a:close/>
                  <a:moveTo>
                    <a:pt x="9091" y="1678"/>
                  </a:moveTo>
                  <a:cubicBezTo>
                    <a:pt x="9091" y="1757"/>
                    <a:pt x="9062" y="1796"/>
                    <a:pt x="9003" y="1796"/>
                  </a:cubicBezTo>
                  <a:lnTo>
                    <a:pt x="8945" y="1796"/>
                  </a:lnTo>
                  <a:cubicBezTo>
                    <a:pt x="8887" y="1796"/>
                    <a:pt x="8858" y="1757"/>
                    <a:pt x="8858" y="1678"/>
                  </a:cubicBezTo>
                  <a:lnTo>
                    <a:pt x="8858" y="587"/>
                  </a:lnTo>
                  <a:cubicBezTo>
                    <a:pt x="8858" y="509"/>
                    <a:pt x="8887" y="470"/>
                    <a:pt x="8945" y="470"/>
                  </a:cubicBezTo>
                  <a:lnTo>
                    <a:pt x="9003" y="470"/>
                  </a:lnTo>
                  <a:cubicBezTo>
                    <a:pt x="9062" y="470"/>
                    <a:pt x="9091" y="509"/>
                    <a:pt x="9091" y="587"/>
                  </a:cubicBezTo>
                  <a:lnTo>
                    <a:pt x="9091" y="1678"/>
                  </a:lnTo>
                  <a:close/>
                  <a:moveTo>
                    <a:pt x="1119" y="264"/>
                  </a:moveTo>
                  <a:cubicBezTo>
                    <a:pt x="1219" y="264"/>
                    <a:pt x="1336" y="271"/>
                    <a:pt x="1385" y="297"/>
                  </a:cubicBezTo>
                  <a:cubicBezTo>
                    <a:pt x="1445" y="329"/>
                    <a:pt x="1477" y="400"/>
                    <a:pt x="1481" y="479"/>
                  </a:cubicBezTo>
                  <a:lnTo>
                    <a:pt x="1482" y="767"/>
                  </a:lnTo>
                  <a:cubicBezTo>
                    <a:pt x="1482" y="856"/>
                    <a:pt x="1449" y="899"/>
                    <a:pt x="1385" y="933"/>
                  </a:cubicBezTo>
                  <a:cubicBezTo>
                    <a:pt x="1336" y="959"/>
                    <a:pt x="1219" y="966"/>
                    <a:pt x="1119" y="966"/>
                  </a:cubicBezTo>
                  <a:lnTo>
                    <a:pt x="247" y="966"/>
                  </a:lnTo>
                  <a:lnTo>
                    <a:pt x="247" y="264"/>
                  </a:lnTo>
                  <a:cubicBezTo>
                    <a:pt x="538" y="264"/>
                    <a:pt x="828" y="264"/>
                    <a:pt x="1119" y="26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FDC36D5-567A-4ABB-9BEE-8437767466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30531" y="-1035244"/>
              <a:ext cx="104775" cy="92075"/>
            </a:xfrm>
            <a:custGeom>
              <a:avLst/>
              <a:gdLst>
                <a:gd name="T0" fmla="*/ 126 w 289"/>
                <a:gd name="T1" fmla="*/ 0 h 252"/>
                <a:gd name="T2" fmla="*/ 163 w 289"/>
                <a:gd name="T3" fmla="*/ 0 h 252"/>
                <a:gd name="T4" fmla="*/ 289 w 289"/>
                <a:gd name="T5" fmla="*/ 126 h 252"/>
                <a:gd name="T6" fmla="*/ 289 w 289"/>
                <a:gd name="T7" fmla="*/ 126 h 252"/>
                <a:gd name="T8" fmla="*/ 163 w 289"/>
                <a:gd name="T9" fmla="*/ 252 h 252"/>
                <a:gd name="T10" fmla="*/ 126 w 289"/>
                <a:gd name="T11" fmla="*/ 252 h 252"/>
                <a:gd name="T12" fmla="*/ 0 w 289"/>
                <a:gd name="T13" fmla="*/ 126 h 252"/>
                <a:gd name="T14" fmla="*/ 0 w 289"/>
                <a:gd name="T15" fmla="*/ 126 h 252"/>
                <a:gd name="T16" fmla="*/ 126 w 28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126" y="0"/>
                  </a:moveTo>
                  <a:lnTo>
                    <a:pt x="163" y="0"/>
                  </a:lnTo>
                  <a:cubicBezTo>
                    <a:pt x="233" y="0"/>
                    <a:pt x="289" y="56"/>
                    <a:pt x="289" y="126"/>
                  </a:cubicBezTo>
                  <a:lnTo>
                    <a:pt x="289" y="126"/>
                  </a:lnTo>
                  <a:cubicBezTo>
                    <a:pt x="289" y="195"/>
                    <a:pt x="233" y="252"/>
                    <a:pt x="163" y="252"/>
                  </a:cubicBezTo>
                  <a:lnTo>
                    <a:pt x="126" y="252"/>
                  </a:lnTo>
                  <a:cubicBezTo>
                    <a:pt x="56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6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3861770-7979-40B1-8193-93B4413F3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14756" y="-1035244"/>
              <a:ext cx="104775" cy="92075"/>
            </a:xfrm>
            <a:custGeom>
              <a:avLst/>
              <a:gdLst>
                <a:gd name="T0" fmla="*/ 126 w 290"/>
                <a:gd name="T1" fmla="*/ 0 h 252"/>
                <a:gd name="T2" fmla="*/ 164 w 290"/>
                <a:gd name="T3" fmla="*/ 0 h 252"/>
                <a:gd name="T4" fmla="*/ 290 w 290"/>
                <a:gd name="T5" fmla="*/ 126 h 252"/>
                <a:gd name="T6" fmla="*/ 290 w 290"/>
                <a:gd name="T7" fmla="*/ 126 h 252"/>
                <a:gd name="T8" fmla="*/ 164 w 290"/>
                <a:gd name="T9" fmla="*/ 252 h 252"/>
                <a:gd name="T10" fmla="*/ 126 w 290"/>
                <a:gd name="T11" fmla="*/ 252 h 252"/>
                <a:gd name="T12" fmla="*/ 0 w 290"/>
                <a:gd name="T13" fmla="*/ 126 h 252"/>
                <a:gd name="T14" fmla="*/ 0 w 290"/>
                <a:gd name="T15" fmla="*/ 126 h 252"/>
                <a:gd name="T16" fmla="*/ 126 w 290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0" h="252">
                  <a:moveTo>
                    <a:pt x="126" y="0"/>
                  </a:moveTo>
                  <a:lnTo>
                    <a:pt x="164" y="0"/>
                  </a:lnTo>
                  <a:cubicBezTo>
                    <a:pt x="234" y="0"/>
                    <a:pt x="290" y="56"/>
                    <a:pt x="290" y="126"/>
                  </a:cubicBezTo>
                  <a:lnTo>
                    <a:pt x="290" y="126"/>
                  </a:lnTo>
                  <a:cubicBezTo>
                    <a:pt x="290" y="195"/>
                    <a:pt x="234" y="252"/>
                    <a:pt x="164" y="252"/>
                  </a:cubicBezTo>
                  <a:lnTo>
                    <a:pt x="126" y="252"/>
                  </a:lnTo>
                  <a:cubicBezTo>
                    <a:pt x="57" y="252"/>
                    <a:pt x="0" y="195"/>
                    <a:pt x="0" y="126"/>
                  </a:cubicBezTo>
                  <a:lnTo>
                    <a:pt x="0" y="126"/>
                  </a:lnTo>
                  <a:cubicBezTo>
                    <a:pt x="0" y="56"/>
                    <a:pt x="57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209725"/>
      </p:ext>
    </p:extLst>
  </p:cSld>
  <p:clrMapOvr>
    <a:masterClrMapping/>
  </p:clrMapOvr>
  <p:transition spd="slow"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177054"/>
      </p:ext>
    </p:extLst>
  </p:cSld>
  <p:clrMapOvr>
    <a:masterClrMapping/>
  </p:clrMapOvr>
  <p:transition spd="slow"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8C12-DB3D-438C-8AE4-35CBBE20B6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32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8C12-DB3D-438C-8AE4-35CBBE20B6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0CB8E4-D66D-4CCD-BAE6-3450442427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088" y="5669717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79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8C12-DB3D-438C-8AE4-35CBBE20B6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FC79CE-426E-4F0C-8313-B172B4E3F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088" y="1750593"/>
            <a:ext cx="1786740" cy="6541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61920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3B90CD-EDAA-4A27-A7D9-299FD3783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0542CC-8622-4475-A4DF-BD124C579C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088" y="1750593"/>
            <a:ext cx="1786740" cy="65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82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Background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8C12-DB3D-438C-8AE4-35CBBE20B6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47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3B90CD-EDAA-4A27-A7D9-299FD3783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00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8C12-DB3D-438C-8AE4-35CBBE20B6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A67DEF-F4E9-4BA3-821A-784FC91A9B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088" y="5669717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934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3B90CD-EDAA-4A27-A7D9-299FD3783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88998E-66CB-4CDB-8071-946F2C1B3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088" y="5669717"/>
            <a:ext cx="997875" cy="3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260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96C0E6-2CBD-49D9-A047-48D6C5F625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957324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774A23-40C3-47AD-8AF2-78AF622C7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088" y="5669717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3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96C0E6-2CBD-49D9-A047-48D6C5F625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957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73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C553C0-EB6B-48EE-9D6F-EE9310F168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312" y="0"/>
            <a:ext cx="5957324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7A44C7-170C-4D85-98A4-4E61E4E1AF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088" y="5669717"/>
            <a:ext cx="997875" cy="3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86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DFF1B0-0768-432A-A602-CDEB6265D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312" y="0"/>
            <a:ext cx="5957324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44FD52-8E21-4FCB-AC07-3C87B94451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3762" y="871929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50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78C875-6892-4864-9F76-1B47C3D40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312" y="0"/>
            <a:ext cx="5957324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431A29-12C9-4EB2-91D1-3E683CEDA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3762" y="871929"/>
            <a:ext cx="997875" cy="3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81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9D6891-0E41-4D6F-AE2F-938AF842E6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1054" y="694"/>
            <a:ext cx="5640946" cy="685661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97DB0D-36C4-4696-BB05-8F77845364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2999" y="395445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1475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9D6891-0E41-4D6F-AE2F-938AF842E6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1054" y="694"/>
            <a:ext cx="5640946" cy="685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120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97DB0D-36C4-4696-BB05-8F7784536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2999" y="395445"/>
            <a:ext cx="997875" cy="36532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284A5F-620B-4E54-ACE2-408B2AAA48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929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613CC1-4299-4F05-AFF9-ECAA5AAD0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1054" y="694"/>
            <a:ext cx="5640946" cy="68566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B19DA0-8F99-4877-94F8-9C88BDFA62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3762" y="871929"/>
            <a:ext cx="997875" cy="3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4846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B19DA0-8F99-4877-94F8-9C88BDFA6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3762" y="871929"/>
            <a:ext cx="997875" cy="36532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C47B1E-429C-4728-B65C-2D8A0B109C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77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Title"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6EB967-2A43-4A52-9429-CF09CCE0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312" y="0"/>
            <a:ext cx="5957324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E91D7B-3E82-4009-9E79-F372A250AD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2249" y="6091088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71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37D407E-B0B4-415B-995D-8F56C1AB2E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312" y="0"/>
            <a:ext cx="5957324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30DF48-1715-41A4-BB10-51D9073082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212" y="5944176"/>
            <a:ext cx="997875" cy="3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46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380E8-410F-4302-A409-087DFF5B8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2A5DA-3F07-4E8E-B885-1B2CD364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9C5268-E947-4C4E-A746-664A9A50B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03F161-3F3A-4B40-8267-94B0D661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DB1C82-2C93-455F-90D1-B57D8DDD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1694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F57D2-371D-4D6F-B6CF-D7391788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BA380E-72D3-4FA6-8637-EE1452B8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80A60C-A7C6-4CCE-B550-E415F622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F46959-992B-435A-AF12-E2524116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942D4A-63A5-45FC-B865-2EAE8E6D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0332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A597D-9C82-4768-AEA5-641818DD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8455DD-6024-46D5-8074-0439872D8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852763-621F-4F98-8E81-C6EFA8D36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41B847-CAB1-49DD-B3A0-94259EC2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895992-CF06-48E0-A851-A7D191A0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606776-DB85-4B88-9739-EC24262FB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736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0D130-39AE-487D-9701-72BFD6B0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363F4D-F0DC-48E2-ADAA-D22414C13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7171B9-70C4-42B9-BE54-FCD07EFC4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E139DB-8BFD-4532-A585-7C6CD55B9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81C29E-EE41-4123-A9A0-4E746FEA0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D5B5B36-479B-487B-BFB5-EACDB0DD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6FDAE0-A41F-4692-B65A-BBFC0421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02F69A-6D45-4455-80C2-1E31F643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0470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73F15-C13F-4F11-A0B5-1ADBC9FC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21250D-7570-416A-8A3F-23D330D8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0F2A4F-944F-46F7-8BC3-C5253263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9AC4F5-3BF9-415D-9EB2-CE008E31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5692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48481A-9E49-49E0-B98F-4E0DEF89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9ACF45-70E9-41F2-9AA1-7305971A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102FE1-424E-4600-9674-D0C274D7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5854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92F58-5E06-4177-AF97-8980AC570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A8E92-6169-4A11-8E76-2F358062F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DD6DA8-2853-4560-8D6A-77776A91D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8FD46C-FCB6-4F74-AD57-0A079AFC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904EFF-AB5D-42B2-8566-E86FC7AB9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4989AF-D762-4351-B350-FD4BF5C1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3773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A9C36-0684-4988-A4BD-8DFEF5E7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DE6658-137C-4925-8BD9-CEB0EC6C5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B6DDB9-1F39-4E52-9CC7-DED7C167E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358C1E-A2BB-479F-A1AD-D02402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44690B-47C7-442F-B583-9A883C60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218098-0D6C-428E-83AA-7C1F6E0C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2461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4263B-57D1-4C94-8BF1-CE50E439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375A4F-E31B-43B2-BC96-9D123401A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3A6B74-4AA8-44E9-850A-B78594E3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6E489B-CED4-4755-B9D5-18DC5CAA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9D1B1-78D2-4C3D-B159-D78C277B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0000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8C0F6C-E5BB-4FAE-A249-CD149DCFA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B61A60-BCF2-4323-BDDD-EBBC070DE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80C6FC-BF7A-47CE-A010-EC962766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470910-DBE7-4942-80DB-3F797727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57E3FB-0C0E-4972-9556-973734DD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87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0"/>
            <a:ext cx="10972802" cy="772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70" y="924473"/>
            <a:ext cx="10628068" cy="4857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659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4" r:id="rId13"/>
    <p:sldLayoutId id="2147483685" r:id="rId14"/>
  </p:sldLayoutIdLst>
  <p:transition spd="slow">
    <p:blinds dir="vert"/>
  </p:transition>
  <p:txStyles>
    <p:titleStyle>
      <a:lvl1pPr algn="ctr" defTabSz="609692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34" indent="-228634" algn="l" defTabSz="609692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95374" indent="-190528" algn="l" defTabSz="609692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762114" indent="-152423" algn="l" defTabSz="609692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66960" indent="-152423" algn="l" defTabSz="609692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371806" indent="-152423" algn="l" defTabSz="609692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1676652" indent="-152423" algn="l" defTabSz="609692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498" indent="-152423" algn="l" defTabSz="609692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343" indent="-152423" algn="l" defTabSz="609692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1188" indent="-152423" algn="l" defTabSz="609692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46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92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538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383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228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9075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920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766" algn="l" defTabSz="60969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C34686-174D-4634-93BC-B4F135CC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D32E7E-AF47-4E9A-BE5A-C7AE7C298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B47F5-A1F3-4714-B97C-BFE61C9E0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FE451-57F6-452D-847C-65D300A8782A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4A2E0B-9998-4573-8400-E71D87526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3CECA8-002C-4A1D-9DDF-370790C41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30F8F-592A-4273-9C40-7FD41A15C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0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713" r:id="rId8"/>
    <p:sldLayoutId id="2147483694" r:id="rId9"/>
    <p:sldLayoutId id="2147483695" r:id="rId10"/>
    <p:sldLayoutId id="2147483696" r:id="rId11"/>
    <p:sldLayoutId id="2147483697" r:id="rId12"/>
    <p:sldLayoutId id="2147483714" r:id="rId13"/>
    <p:sldLayoutId id="2147483711" r:id="rId14"/>
    <p:sldLayoutId id="2147483698" r:id="rId15"/>
    <p:sldLayoutId id="2147483712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12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10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6">
            <a:extLst>
              <a:ext uri="{FF2B5EF4-FFF2-40B4-BE49-F238E27FC236}">
                <a16:creationId xmlns:a16="http://schemas.microsoft.com/office/drawing/2014/main" id="{A8AD98CD-8053-40DD-BD86-F5C28DFC3827}"/>
              </a:ext>
            </a:extLst>
          </p:cNvPr>
          <p:cNvSpPr txBox="1">
            <a:spLocks/>
          </p:cNvSpPr>
          <p:nvPr/>
        </p:nvSpPr>
        <p:spPr>
          <a:xfrm>
            <a:off x="919942" y="3139783"/>
            <a:ext cx="5240714" cy="115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500" b="1" dirty="0">
                <a:solidFill>
                  <a:schemeClr val="bg1"/>
                </a:solidFill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rPr>
              <a:t>Решение для переговорных комнат любого типа</a:t>
            </a:r>
            <a:endParaRPr lang="en-US" sz="2500" b="1" dirty="0">
              <a:solidFill>
                <a:schemeClr val="bg1"/>
              </a:solidFill>
              <a:latin typeface="Segoe UI" panose="020B0502040204020203" pitchFamily="34" charset="0"/>
              <a:ea typeface="Inter" panose="020B0502030000000004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CABA1B8-DA88-4FB0-98F4-573FF4337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818" y="1732752"/>
            <a:ext cx="27432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53054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/>
          <p:nvPr/>
        </p:nvGrpSpPr>
        <p:grpSpPr>
          <a:xfrm>
            <a:off x="762323" y="1636694"/>
            <a:ext cx="8695713" cy="931709"/>
            <a:chOff x="1598193" y="1482847"/>
            <a:chExt cx="8695713" cy="931709"/>
          </a:xfrm>
        </p:grpSpPr>
        <p:sp>
          <p:nvSpPr>
            <p:cNvPr id="18" name="TextBox 17"/>
            <p:cNvSpPr txBox="1"/>
            <p:nvPr/>
          </p:nvSpPr>
          <p:spPr>
            <a:xfrm>
              <a:off x="2633516" y="1659806"/>
              <a:ext cx="76603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0"/>
                </a:spcBef>
                <a:buSzPct val="50000"/>
              </a:pPr>
              <a:r>
                <a:rPr lang="ru-RU" dirty="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Беспроводное </a:t>
              </a:r>
              <a:r>
                <a:rPr lang="ru-RU" dirty="0" err="1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зеркалирование</a:t>
              </a:r>
              <a:r>
                <a:rPr lang="ru-RU" dirty="0"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экрана с любых мобильных и ПК устройств на любых операционных системах </a:t>
              </a:r>
              <a:endPara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9" name="Picture 17"/>
            <p:cNvPicPr>
              <a:picLocks noChangeAspect="1"/>
            </p:cNvPicPr>
            <p:nvPr/>
          </p:nvPicPr>
          <p:blipFill>
            <a:blip r:embed="rId2" cstate="email">
              <a:duotone>
                <a:prstClr val="black"/>
                <a:srgbClr val="00A7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98193" y="1482847"/>
              <a:ext cx="931709" cy="931709"/>
            </a:xfrm>
            <a:prstGeom prst="rect">
              <a:avLst/>
            </a:prstGeom>
          </p:spPr>
        </p:pic>
      </p:grpSp>
      <p:grpSp>
        <p:nvGrpSpPr>
          <p:cNvPr id="6" name="Group 25"/>
          <p:cNvGrpSpPr/>
          <p:nvPr/>
        </p:nvGrpSpPr>
        <p:grpSpPr>
          <a:xfrm>
            <a:off x="776289" y="2528444"/>
            <a:ext cx="5386407" cy="906068"/>
            <a:chOff x="1599466" y="2427326"/>
            <a:chExt cx="5386407" cy="906068"/>
          </a:xfrm>
        </p:grpSpPr>
        <p:sp>
          <p:nvSpPr>
            <p:cNvPr id="16" name="TextBox 15"/>
            <p:cNvSpPr txBox="1"/>
            <p:nvPr/>
          </p:nvSpPr>
          <p:spPr>
            <a:xfrm>
              <a:off x="2631782" y="2534098"/>
              <a:ext cx="43540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SzPct val="50000"/>
                <a:defRPr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ru-RU" dirty="0"/>
                <a:t>Подключение к видеоконференции из любого мессенджера</a:t>
              </a:r>
              <a:endParaRPr lang="en-US" dirty="0"/>
            </a:p>
          </p:txBody>
        </p:sp>
        <p:pic>
          <p:nvPicPr>
            <p:cNvPr id="17" name="Picture 19"/>
            <p:cNvPicPr>
              <a:picLocks noChangeAspect="1"/>
            </p:cNvPicPr>
            <p:nvPr/>
          </p:nvPicPr>
          <p:blipFill>
            <a:blip r:embed="rId3" cstate="email">
              <a:duotone>
                <a:prstClr val="black"/>
                <a:srgbClr val="00A7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99466" y="2427326"/>
              <a:ext cx="906068" cy="906068"/>
            </a:xfrm>
            <a:prstGeom prst="rect">
              <a:avLst/>
            </a:prstGeom>
          </p:spPr>
        </p:pic>
      </p:grpSp>
      <p:grpSp>
        <p:nvGrpSpPr>
          <p:cNvPr id="7" name="Group 26"/>
          <p:cNvGrpSpPr/>
          <p:nvPr/>
        </p:nvGrpSpPr>
        <p:grpSpPr>
          <a:xfrm>
            <a:off x="705155" y="3271850"/>
            <a:ext cx="6259063" cy="1016567"/>
            <a:chOff x="1528332" y="3290802"/>
            <a:chExt cx="6259063" cy="1016567"/>
          </a:xfrm>
        </p:grpSpPr>
        <p:pic>
          <p:nvPicPr>
            <p:cNvPr id="14" name="Picture 20"/>
            <p:cNvPicPr>
              <a:picLocks noChangeAspect="1"/>
            </p:cNvPicPr>
            <p:nvPr/>
          </p:nvPicPr>
          <p:blipFill>
            <a:blip r:embed="rId4" cstate="email">
              <a:duotone>
                <a:prstClr val="black"/>
                <a:srgbClr val="00A7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28332" y="3290802"/>
              <a:ext cx="1016567" cy="1016567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2631488" y="3461117"/>
              <a:ext cx="51559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SzPct val="50000"/>
                <a:defRPr>
                  <a:solidFill>
                    <a:prstClr val="white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ru-RU" dirty="0"/>
                <a:t>Информационный контент в вашей переговорной комнате</a:t>
              </a:r>
              <a:endParaRPr lang="en-US" dirty="0"/>
            </a:p>
          </p:txBody>
        </p:sp>
      </p:grpSp>
      <p:pic>
        <p:nvPicPr>
          <p:cNvPr id="10" name="Picture 11"/>
          <p:cNvPicPr>
            <a:picLocks noChangeAspect="1"/>
          </p:cNvPicPr>
          <p:nvPr/>
        </p:nvPicPr>
        <p:blipFill>
          <a:blip r:embed="rId5" cstate="email">
            <a:duotone>
              <a:prstClr val="black"/>
              <a:srgbClr val="00A7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79" y="4123642"/>
            <a:ext cx="907086" cy="9070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8311" y="4288417"/>
            <a:ext cx="428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SzPct val="50000"/>
              <a:defRPr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Статистика в удобном формате</a:t>
            </a:r>
            <a:endParaRPr lang="en-US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62D4E91-90D6-4121-86EC-E68D76711BD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853" y="553488"/>
            <a:ext cx="1485980" cy="39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8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0C5277-6D61-4CAD-BAA3-78B8D96F9F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4018" y="0"/>
            <a:ext cx="534798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233" y="1773118"/>
            <a:ext cx="7862765" cy="427309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Autofit/>
          </a:bodyPr>
          <a:lstStyle>
            <a:defPPr>
              <a:defRPr lang="ru-RU"/>
            </a:defPPr>
            <a:lvl1pPr marL="342900" indent="-342900">
              <a:lnSpc>
                <a:spcPct val="114000"/>
              </a:lnSpc>
              <a:spcBef>
                <a:spcPct val="0"/>
              </a:spcBef>
              <a:buBlip>
                <a:blip r:embed="rId3"/>
              </a:buBlip>
              <a:defRPr sz="20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742950" lvl="1" indent="-285750">
              <a:lnSpc>
                <a:spcPct val="114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lvl="2" indent="-173038">
              <a:lnSpc>
                <a:spcPct val="114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</a:lstStyle>
          <a:p>
            <a:pPr marL="285750" lvl="1"/>
            <a:r>
              <a:rPr lang="ru-RU" sz="1800" dirty="0"/>
              <a:t>Любая операционная система</a:t>
            </a:r>
            <a:endParaRPr lang="en-US" sz="1800" dirty="0"/>
          </a:p>
          <a:p>
            <a:pPr marL="285750" lvl="1"/>
            <a:r>
              <a:rPr lang="ru-RU" sz="1800" dirty="0"/>
              <a:t>Любое устройство</a:t>
            </a:r>
            <a:endParaRPr lang="en-US" sz="1800" dirty="0"/>
          </a:p>
          <a:p>
            <a:pPr marL="285750" lvl="1"/>
            <a:r>
              <a:rPr lang="ru-RU" sz="1800" dirty="0"/>
              <a:t>Любая сеть</a:t>
            </a:r>
            <a:r>
              <a:rPr lang="en-US" sz="1800" dirty="0"/>
              <a:t> – Ethernet, Wi-Fi, </a:t>
            </a:r>
            <a:r>
              <a:rPr lang="ru-RU" sz="1800" dirty="0"/>
              <a:t>гостевой</a:t>
            </a:r>
            <a:r>
              <a:rPr lang="en-US" sz="1800" dirty="0"/>
              <a:t> Wi-Fi</a:t>
            </a:r>
          </a:p>
          <a:p>
            <a:pPr marL="285750" lvl="1"/>
            <a:r>
              <a:rPr lang="ru-RU" sz="1800" dirty="0"/>
              <a:t>Просто введите </a:t>
            </a:r>
            <a:r>
              <a:rPr lang="en-US" sz="1800" dirty="0"/>
              <a:t>PIN –  </a:t>
            </a:r>
            <a:r>
              <a:rPr lang="ru-RU" sz="1800" dirty="0"/>
              <a:t>без </a:t>
            </a:r>
            <a:r>
              <a:rPr lang="en-US" sz="1800" dirty="0"/>
              <a:t>IP</a:t>
            </a:r>
            <a:r>
              <a:rPr lang="ru-RU" sz="1800" dirty="0"/>
              <a:t> адреса и прочих сложностей</a:t>
            </a:r>
            <a:endParaRPr lang="en-US" sz="1800" dirty="0"/>
          </a:p>
          <a:p>
            <a:pPr marL="285750" lvl="1"/>
            <a:r>
              <a:rPr lang="ru-RU" sz="1800" dirty="0"/>
              <a:t>Не нужны права администратора и разрешение </a:t>
            </a:r>
            <a:r>
              <a:rPr lang="en-US" sz="1800" dirty="0"/>
              <a:t>firewall  </a:t>
            </a:r>
          </a:p>
          <a:p>
            <a:pPr marL="285750" lvl="1"/>
            <a:r>
              <a:rPr lang="ru-RU" sz="1800" dirty="0"/>
              <a:t>Безопасная передача данных</a:t>
            </a:r>
            <a:endParaRPr lang="en-US" sz="1800" dirty="0"/>
          </a:p>
          <a:p>
            <a:pPr marL="285750" lvl="1"/>
            <a:r>
              <a:rPr lang="ru-RU" sz="1800" dirty="0"/>
              <a:t>Поддержка до 16-ти одновременно подключенных экранов</a:t>
            </a:r>
          </a:p>
          <a:p>
            <a:pPr marL="285750" lvl="1"/>
            <a:r>
              <a:rPr lang="ru-RU" sz="1800" dirty="0"/>
              <a:t>Одновременное </a:t>
            </a:r>
            <a:r>
              <a:rPr lang="ru-RU" sz="1800" dirty="0" err="1"/>
              <a:t>зеркалирование</a:t>
            </a:r>
            <a:r>
              <a:rPr lang="ru-RU" sz="1800" dirty="0"/>
              <a:t> до 4-х экранов</a:t>
            </a:r>
          </a:p>
          <a:p>
            <a:pPr marL="285750" lvl="1"/>
            <a:r>
              <a:rPr lang="ru-RU" sz="1800" dirty="0"/>
              <a:t>Возможность  поставить на паузу демонстрацию экрана</a:t>
            </a:r>
            <a:endParaRPr lang="en-US" sz="1800" dirty="0"/>
          </a:p>
          <a:p>
            <a:pPr marL="285750" lvl="1"/>
            <a:r>
              <a:rPr lang="ru-RU" sz="1800" dirty="0"/>
              <a:t>Функция заметок прямо на экране</a:t>
            </a:r>
            <a:endParaRPr lang="en-US" sz="1800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6632" y="553234"/>
            <a:ext cx="5317913" cy="978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Беспроводное подключение и </a:t>
            </a:r>
            <a:r>
              <a:rPr lang="ru-RU" dirty="0" err="1"/>
              <a:t>зеркалирование</a:t>
            </a:r>
            <a:r>
              <a:rPr lang="ru-RU" dirty="0"/>
              <a:t> экрана</a:t>
            </a:r>
            <a:endParaRPr lang="en-IN" dirty="0"/>
          </a:p>
        </p:txBody>
      </p:sp>
      <p:pic>
        <p:nvPicPr>
          <p:cNvPr id="9" name="Picture 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039" y="5531336"/>
            <a:ext cx="812098" cy="448559"/>
          </a:xfrm>
          <a:prstGeom prst="rect">
            <a:avLst/>
          </a:prstGeom>
        </p:spPr>
      </p:pic>
      <p:pic>
        <p:nvPicPr>
          <p:cNvPr id="10" name="Picture 16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39385" y="5537769"/>
            <a:ext cx="991840" cy="448558"/>
          </a:xfrm>
          <a:prstGeom prst="rect">
            <a:avLst/>
          </a:prstGeom>
        </p:spPr>
      </p:pic>
      <p:pic>
        <p:nvPicPr>
          <p:cNvPr id="11" name="Picture 17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416" y="5503543"/>
            <a:ext cx="811200" cy="448558"/>
          </a:xfrm>
          <a:prstGeom prst="rect">
            <a:avLst/>
          </a:prstGeom>
        </p:spPr>
      </p:pic>
      <p:pic>
        <p:nvPicPr>
          <p:cNvPr id="12" name="Picture 18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873"/>
          <a:stretch/>
        </p:blipFill>
        <p:spPr>
          <a:xfrm>
            <a:off x="3988907" y="5491655"/>
            <a:ext cx="864000" cy="486823"/>
          </a:xfrm>
          <a:prstGeom prst="rect">
            <a:avLst/>
          </a:prstGeom>
        </p:spPr>
      </p:pic>
      <p:pic>
        <p:nvPicPr>
          <p:cNvPr id="13" name="Picture 19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2413035" y="5503543"/>
            <a:ext cx="921090" cy="486823"/>
          </a:xfrm>
          <a:prstGeom prst="rect">
            <a:avLst/>
          </a:prstGeom>
        </p:spPr>
      </p:pic>
      <p:pic>
        <p:nvPicPr>
          <p:cNvPr id="14" name="Picture 20"/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8387" y="5504518"/>
            <a:ext cx="816000" cy="44855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0879F0-B2A5-4EE8-8AE3-EE4C4CF101B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6431" y="677275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9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ecutive Search Ireland &amp;amp; UK - Principal Connections">
            <a:extLst>
              <a:ext uri="{FF2B5EF4-FFF2-40B4-BE49-F238E27FC236}">
                <a16:creationId xmlns:a16="http://schemas.microsoft.com/office/drawing/2014/main" id="{C75BE497-6108-4143-9797-088C824FDE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5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1153360" y="566777"/>
            <a:ext cx="4595587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600" dirty="0"/>
              <a:t>Видео-</a:t>
            </a:r>
            <a:r>
              <a:rPr lang="ru-RU" sz="2600" dirty="0" err="1"/>
              <a:t>конференц</a:t>
            </a:r>
            <a:r>
              <a:rPr lang="ru-RU" sz="2600" dirty="0"/>
              <a:t> связь</a:t>
            </a:r>
            <a:endParaRPr lang="en-IN" sz="2600" dirty="0"/>
          </a:p>
        </p:txBody>
      </p:sp>
      <p:cxnSp>
        <p:nvCxnSpPr>
          <p:cNvPr id="22" name="Straight Connector 9"/>
          <p:cNvCxnSpPr/>
          <p:nvPr/>
        </p:nvCxnSpPr>
        <p:spPr>
          <a:xfrm>
            <a:off x="3870237" y="984600"/>
            <a:ext cx="4040049" cy="0"/>
          </a:xfrm>
          <a:prstGeom prst="line">
            <a:avLst/>
          </a:prstGeom>
        </p:spPr>
      </p:cxnSp>
      <p:sp>
        <p:nvSpPr>
          <p:cNvPr id="23" name="TextBox 22"/>
          <p:cNvSpPr txBox="1"/>
          <p:nvPr/>
        </p:nvSpPr>
        <p:spPr>
          <a:xfrm>
            <a:off x="1153361" y="2303118"/>
            <a:ext cx="7862765" cy="2251001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Autofit/>
          </a:bodyPr>
          <a:lstStyle>
            <a:defPPr>
              <a:defRPr lang="en-US"/>
            </a:defPPr>
            <a:lvl1pPr marL="342900" indent="-342900">
              <a:lnSpc>
                <a:spcPct val="114000"/>
              </a:lnSpc>
              <a:spcBef>
                <a:spcPct val="0"/>
              </a:spcBef>
              <a:buBlip>
                <a:blip r:embed="rId4"/>
              </a:buBlip>
              <a:defRPr sz="20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lvl="2" indent="-173038">
              <a:lnSpc>
                <a:spcPct val="114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</a:lstStyle>
          <a:p>
            <a:pPr lvl="1"/>
            <a:r>
              <a:rPr lang="ru-RU" dirty="0"/>
              <a:t>Все мессенджеры в одном приложении</a:t>
            </a:r>
            <a:endParaRPr lang="en-US" dirty="0"/>
          </a:p>
          <a:p>
            <a:pPr lvl="1"/>
            <a:r>
              <a:rPr lang="ru-RU" dirty="0"/>
              <a:t>Демонстрируйте экран даже без подключения к видеоконференции</a:t>
            </a:r>
          </a:p>
          <a:p>
            <a:pPr lvl="1"/>
            <a:r>
              <a:rPr lang="ru-RU" dirty="0"/>
              <a:t>Запуск и управление звонком</a:t>
            </a:r>
            <a:r>
              <a:rPr lang="en-US" dirty="0"/>
              <a:t> </a:t>
            </a:r>
            <a:r>
              <a:rPr lang="ru-RU" dirty="0"/>
              <a:t>с другого устройства </a:t>
            </a:r>
          </a:p>
          <a:p>
            <a:pPr lvl="1"/>
            <a:r>
              <a:rPr lang="ru-RU" dirty="0"/>
              <a:t>Присоединяйтесь к звонку в один клик</a:t>
            </a:r>
          </a:p>
          <a:p>
            <a:pPr lvl="1"/>
            <a:r>
              <a:rPr lang="ru-RU" dirty="0"/>
              <a:t>Удаленное управление устройством с </a:t>
            </a:r>
            <a:r>
              <a:rPr lang="en-US" dirty="0" err="1"/>
              <a:t>JoinU</a:t>
            </a:r>
            <a:r>
              <a:rPr lang="ru-RU" dirty="0"/>
              <a:t> прямо с вашего ноутбука</a:t>
            </a:r>
            <a:endParaRPr lang="en-US" dirty="0"/>
          </a:p>
        </p:txBody>
      </p:sp>
      <p:pic>
        <p:nvPicPr>
          <p:cNvPr id="26" name="Picture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1980" y="5579392"/>
            <a:ext cx="836236" cy="836236"/>
          </a:xfrm>
          <a:prstGeom prst="rect">
            <a:avLst/>
          </a:prstGeom>
        </p:spPr>
      </p:pic>
      <p:pic>
        <p:nvPicPr>
          <p:cNvPr id="29" name="Picture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4411" y="5627183"/>
            <a:ext cx="762172" cy="762172"/>
          </a:xfrm>
          <a:prstGeom prst="rect">
            <a:avLst/>
          </a:prstGeom>
        </p:spPr>
      </p:pic>
      <p:pic>
        <p:nvPicPr>
          <p:cNvPr id="30" name="Picture 1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3659" y="5634922"/>
            <a:ext cx="643659" cy="643659"/>
          </a:xfrm>
          <a:prstGeom prst="rect">
            <a:avLst/>
          </a:prstGeom>
        </p:spPr>
      </p:pic>
      <p:pic>
        <p:nvPicPr>
          <p:cNvPr id="32" name="Picture 27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7090" y="4645515"/>
            <a:ext cx="838232" cy="838232"/>
          </a:xfrm>
          <a:prstGeom prst="rect">
            <a:avLst/>
          </a:prstGeom>
        </p:spPr>
      </p:pic>
      <p:pic>
        <p:nvPicPr>
          <p:cNvPr id="34" name="Picture 29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9466" y="4658877"/>
            <a:ext cx="811508" cy="811508"/>
          </a:xfrm>
          <a:prstGeom prst="rect">
            <a:avLst/>
          </a:prstGeom>
        </p:spPr>
      </p:pic>
      <p:pic>
        <p:nvPicPr>
          <p:cNvPr id="36" name="Picture 31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6753" y="4553125"/>
            <a:ext cx="1008070" cy="10080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F8FBB1-4B9A-4F6B-BA50-BC4F9BDDC49C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5657" y="1571849"/>
            <a:ext cx="3596343" cy="2694209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2CAB8F4-8020-40B8-A06A-A565D6127FB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6431" y="677275"/>
            <a:ext cx="997875" cy="3653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30331A-7E25-4743-B0B6-D196B2734D54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4486" y="4771460"/>
            <a:ext cx="584462" cy="5713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76B815-71BA-470D-8503-F1D0ED800E5C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5497" y="4720409"/>
            <a:ext cx="783818" cy="622450"/>
          </a:xfrm>
          <a:prstGeom prst="rect">
            <a:avLst/>
          </a:prstGeom>
        </p:spPr>
      </p:pic>
      <p:pic>
        <p:nvPicPr>
          <p:cNvPr id="37" name="Picture 22" descr="https://share.zoapi.com/api/getAppIcons?fileName=trueconf.png&amp;FolderName=ZSP_trueconf">
            <a:extLst>
              <a:ext uri="{FF2B5EF4-FFF2-40B4-BE49-F238E27FC236}">
                <a16:creationId xmlns:a16="http://schemas.microsoft.com/office/drawing/2014/main" id="{2B437E88-FA6C-4E96-B1EC-3CAAD3404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6630" y="5482867"/>
            <a:ext cx="959579" cy="95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45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79453" y="387738"/>
            <a:ext cx="5106479" cy="978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600" dirty="0"/>
              <a:t>Интеграция календаря</a:t>
            </a:r>
            <a:endParaRPr lang="en-IN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880652" y="1611964"/>
            <a:ext cx="7780747" cy="181703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Autofit/>
          </a:bodyPr>
          <a:lstStyle>
            <a:defPPr>
              <a:defRPr lang="en-US"/>
            </a:defPPr>
            <a:lvl1pPr marL="342900" indent="-342900">
              <a:lnSpc>
                <a:spcPct val="114000"/>
              </a:lnSpc>
              <a:spcBef>
                <a:spcPct val="0"/>
              </a:spcBef>
              <a:buBlip>
                <a:blip r:embed="rId2"/>
              </a:buBlip>
              <a:defRPr sz="20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lvl="2" indent="-173038">
              <a:lnSpc>
                <a:spcPct val="114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</a:lstStyle>
          <a:p>
            <a:pPr lvl="1"/>
            <a:r>
              <a:rPr lang="ru-RU" dirty="0"/>
              <a:t>Совместимость со всеми популярными сервисами календарей</a:t>
            </a:r>
            <a:endParaRPr lang="en-US" dirty="0"/>
          </a:p>
          <a:p>
            <a:pPr lvl="1"/>
            <a:r>
              <a:rPr lang="ru-RU" dirty="0"/>
              <a:t>Отображение ближайшего собрания на экране устройства с </a:t>
            </a:r>
            <a:r>
              <a:rPr lang="en-US" dirty="0" err="1"/>
              <a:t>JoinU</a:t>
            </a:r>
            <a:endParaRPr lang="en-US" dirty="0"/>
          </a:p>
          <a:p>
            <a:pPr lvl="1"/>
            <a:r>
              <a:rPr lang="ru-RU" dirty="0"/>
              <a:t>Просмотр расписания переговорной комнаты</a:t>
            </a:r>
          </a:p>
          <a:p>
            <a:pPr lvl="1"/>
            <a:r>
              <a:rPr lang="ru-RU" dirty="0"/>
              <a:t>Вывод напоминаний о собраниях</a:t>
            </a:r>
          </a:p>
          <a:p>
            <a:pPr lvl="1"/>
            <a:r>
              <a:rPr lang="ru-RU" dirty="0"/>
              <a:t>Присоединение к собранию в один клик</a:t>
            </a:r>
            <a:endParaRPr lang="en-US" dirty="0"/>
          </a:p>
        </p:txBody>
      </p:sp>
      <p:pic>
        <p:nvPicPr>
          <p:cNvPr id="8" name="Picture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8813" y="3331750"/>
            <a:ext cx="2337755" cy="1636428"/>
          </a:xfrm>
          <a:prstGeom prst="rect">
            <a:avLst/>
          </a:prstGeom>
        </p:spPr>
      </p:pic>
      <p:pic>
        <p:nvPicPr>
          <p:cNvPr id="9" name="Picture 1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0849" y="4072636"/>
            <a:ext cx="2167904" cy="1517533"/>
          </a:xfrm>
          <a:prstGeom prst="rect">
            <a:avLst/>
          </a:prstGeom>
        </p:spPr>
      </p:pic>
      <p:pic>
        <p:nvPicPr>
          <p:cNvPr id="10" name="Picture 1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2413" y="4179014"/>
            <a:ext cx="1961138" cy="1372796"/>
          </a:xfrm>
          <a:prstGeom prst="rect">
            <a:avLst/>
          </a:prstGeom>
        </p:spPr>
      </p:pic>
      <p:pic>
        <p:nvPicPr>
          <p:cNvPr id="11" name="Picture 1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684" y="3328863"/>
            <a:ext cx="2331834" cy="1632283"/>
          </a:xfrm>
          <a:prstGeom prst="rect">
            <a:avLst/>
          </a:prstGeom>
        </p:spPr>
      </p:pic>
      <p:pic>
        <p:nvPicPr>
          <p:cNvPr id="13" name="Picture 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717" y="3424596"/>
            <a:ext cx="2058309" cy="14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5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0554" y="567355"/>
            <a:ext cx="5373228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600" dirty="0"/>
              <a:t>Онлайн панель управления</a:t>
            </a:r>
            <a:endParaRPr lang="en-IN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870554" y="2448796"/>
            <a:ext cx="10314682" cy="1987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Отображение статуса и управление устройством в реальном времени </a:t>
            </a: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Статистика и аналитика по проведенным собраниям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Возможность управления цифровым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контентом на устройстве с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JoinU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Простая интеграция с вашим календарем 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E-mail</a:t>
            </a: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уведомления о статусе устройства и отчеты по статистике использования 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Возможность скачивать дополнительные приложения из встроенного 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 Store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35C2A6-15DE-4358-AF58-F40318A968E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5028" y="652458"/>
            <a:ext cx="997875" cy="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33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850458" y="694759"/>
            <a:ext cx="5829742" cy="1161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600" dirty="0"/>
              <a:t>Информационный контент в вашей переговорной комнате</a:t>
            </a:r>
            <a:endParaRPr lang="en-US" sz="2600" dirty="0"/>
          </a:p>
        </p:txBody>
      </p:sp>
      <p:sp>
        <p:nvSpPr>
          <p:cNvPr id="21" name="TextBox 20"/>
          <p:cNvSpPr txBox="1"/>
          <p:nvPr/>
        </p:nvSpPr>
        <p:spPr>
          <a:xfrm>
            <a:off x="615996" y="2242624"/>
            <a:ext cx="6064204" cy="2618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Используйте устройства вашей переговорной комнаты, для информирования вне собраний</a:t>
            </a: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Облачное хранение контента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Облачное управление контентом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Приглашение на собрания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Поздравления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Корпоративные новости</a:t>
            </a:r>
          </a:p>
          <a:p>
            <a: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Используйте устройство в качестве рекламной площадки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6CF1C7-B4AB-4FB3-8090-AAC1DCD744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25673" y="0"/>
            <a:ext cx="5369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36322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0891" y="820855"/>
            <a:ext cx="5524564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600" dirty="0"/>
              <a:t>Дополнительные возможности</a:t>
            </a:r>
            <a:endParaRPr lang="en-IN" sz="2600" dirty="0"/>
          </a:p>
        </p:txBody>
      </p:sp>
      <p:sp>
        <p:nvSpPr>
          <p:cNvPr id="5" name="TextBox 4"/>
          <p:cNvSpPr txBox="1"/>
          <p:nvPr/>
        </p:nvSpPr>
        <p:spPr>
          <a:xfrm>
            <a:off x="399024" y="1947101"/>
            <a:ext cx="5934043" cy="2952731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Autofit/>
          </a:bodyPr>
          <a:lstStyle>
            <a:defPPr>
              <a:defRPr lang="en-US"/>
            </a:defPPr>
            <a:lvl1pPr marL="342900" indent="-342900">
              <a:lnSpc>
                <a:spcPct val="114000"/>
              </a:lnSpc>
              <a:spcBef>
                <a:spcPct val="0"/>
              </a:spcBef>
              <a:buBlip>
                <a:blip r:embed="rId2"/>
              </a:buBlip>
              <a:defRPr sz="20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lvl="2" indent="-173038">
              <a:lnSpc>
                <a:spcPct val="114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</a:lstStyle>
          <a:p>
            <a:r>
              <a:rPr lang="ru-RU" dirty="0"/>
              <a:t>Безопасность и шифрование </a:t>
            </a:r>
          </a:p>
          <a:p>
            <a:r>
              <a:rPr lang="ru-RU" dirty="0"/>
              <a:t>Клавиатура</a:t>
            </a:r>
            <a:r>
              <a:rPr lang="en-US" dirty="0"/>
              <a:t>/</a:t>
            </a:r>
            <a:r>
              <a:rPr lang="ru-RU" dirty="0"/>
              <a:t>мышь на вашем устройстве дистанционно управляет устройством с </a:t>
            </a:r>
            <a:r>
              <a:rPr lang="en-US" dirty="0" err="1"/>
              <a:t>JoinU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/>
              <a:t>Возможность использования дублирующего  экрана</a:t>
            </a:r>
            <a:endParaRPr lang="en-US" dirty="0"/>
          </a:p>
          <a:p>
            <a:r>
              <a:rPr lang="ru-RU" dirty="0"/>
              <a:t>Заметки и комментарии прямо на экране</a:t>
            </a:r>
          </a:p>
          <a:p>
            <a:r>
              <a:rPr lang="ru-RU" dirty="0"/>
              <a:t>Режим точки доступа </a:t>
            </a:r>
            <a:r>
              <a:rPr lang="en-US" dirty="0"/>
              <a:t>Wi-Fi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3076" y="2128067"/>
            <a:ext cx="4979900" cy="2601866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Autofit/>
          </a:bodyPr>
          <a:lstStyle>
            <a:defPPr>
              <a:defRPr lang="en-US"/>
            </a:defPPr>
            <a:lvl1pPr marL="342900" indent="-342900">
              <a:lnSpc>
                <a:spcPct val="114000"/>
              </a:lnSpc>
              <a:spcBef>
                <a:spcPct val="0"/>
              </a:spcBef>
              <a:buBlip>
                <a:blip r:embed="rId2"/>
              </a:buBlip>
              <a:defRPr sz="20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lvl="2" indent="-173038">
              <a:lnSpc>
                <a:spcPct val="114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</a:lstStyle>
          <a:p>
            <a:r>
              <a:rPr lang="ru-RU" dirty="0" err="1"/>
              <a:t>Вкл</a:t>
            </a:r>
            <a:r>
              <a:rPr lang="ru-RU" dirty="0"/>
              <a:t>/</a:t>
            </a:r>
            <a:r>
              <a:rPr lang="ru-RU" dirty="0" err="1"/>
              <a:t>выкл</a:t>
            </a:r>
            <a:r>
              <a:rPr lang="ru-RU" dirty="0"/>
              <a:t> устройства по расписанию</a:t>
            </a:r>
            <a:endParaRPr lang="en-US" dirty="0"/>
          </a:p>
          <a:p>
            <a:r>
              <a:rPr lang="ru-RU" dirty="0"/>
              <a:t>Авто</a:t>
            </a:r>
            <a:r>
              <a:rPr lang="en-US" dirty="0"/>
              <a:t> </a:t>
            </a:r>
            <a:r>
              <a:rPr lang="ru-RU" dirty="0"/>
              <a:t>обновление по расписанию</a:t>
            </a:r>
            <a:endParaRPr lang="en-US" dirty="0"/>
          </a:p>
          <a:p>
            <a:r>
              <a:rPr lang="ru-RU" dirty="0" err="1"/>
              <a:t>Вкл</a:t>
            </a:r>
            <a:r>
              <a:rPr lang="ru-RU" dirty="0"/>
              <a:t>/</a:t>
            </a:r>
            <a:r>
              <a:rPr lang="ru-RU" dirty="0" err="1"/>
              <a:t>выкл</a:t>
            </a:r>
            <a:r>
              <a:rPr lang="ru-RU" dirty="0"/>
              <a:t> доступа к </a:t>
            </a:r>
            <a:r>
              <a:rPr lang="en-US" dirty="0"/>
              <a:t>USB </a:t>
            </a:r>
            <a:r>
              <a:rPr lang="ru-RU" dirty="0"/>
              <a:t>портам</a:t>
            </a:r>
            <a:endParaRPr lang="en-US" dirty="0"/>
          </a:p>
          <a:p>
            <a:r>
              <a:rPr lang="ru-RU" dirty="0"/>
              <a:t>Поддержка Прокси-сервера</a:t>
            </a:r>
            <a:endParaRPr lang="en-US" dirty="0"/>
          </a:p>
          <a:p>
            <a:r>
              <a:rPr lang="ru-RU" dirty="0"/>
              <a:t>Предустановленный браузер и другие приложения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0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0691" y="253588"/>
            <a:ext cx="5293653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Спецификация приложения</a:t>
            </a:r>
            <a:endParaRPr lang="en-IN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124D9D2-BA44-45CA-AF5F-1254F3C7B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142247"/>
              </p:ext>
            </p:extLst>
          </p:nvPr>
        </p:nvGraphicFramePr>
        <p:xfrm>
          <a:off x="888709" y="714258"/>
          <a:ext cx="8712156" cy="3291869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2201782">
                  <a:extLst>
                    <a:ext uri="{9D8B030D-6E8A-4147-A177-3AD203B41FA5}">
                      <a16:colId xmlns:a16="http://schemas.microsoft.com/office/drawing/2014/main" val="3142666289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4974">
                  <a:extLst>
                    <a:ext uri="{9D8B030D-6E8A-4147-A177-3AD203B41FA5}">
                      <a16:colId xmlns:a16="http://schemas.microsoft.com/office/drawing/2014/main" val="1490265414"/>
                    </a:ext>
                  </a:extLst>
                </a:gridCol>
              </a:tblGrid>
              <a:tr h="1390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Общая</a:t>
                      </a:r>
                      <a:r>
                        <a:rPr lang="ru-RU" sz="1200" b="1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спецификация</a:t>
                      </a:r>
                      <a:endParaRPr lang="ru-RU" sz="1200" b="1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solidFill>
                      <a:srgbClr val="B2B2B2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200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solidFill>
                      <a:srgbClr val="B2B2B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39979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Совместимость</a:t>
                      </a: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Устройства с процессором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Intel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и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Windows 10 OS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792039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Зеркалирование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с устройств со следующими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ОС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Microsoft Windows 7/8/8.1/10, Apple Mac OSX, iOS, Android, Ubuntu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16x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solidFill>
                      <a:srgbClr val="E7E7E7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516391"/>
                  </a:ext>
                </a:extLst>
              </a:tr>
              <a:tr h="2743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Количество одновременно подключенных/демонстрирующих пользователей</a:t>
                      </a: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До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16 /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до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4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606990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Поддержка мобильных устройств</a:t>
                      </a: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Apple Airplay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Google Chromecast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используя стороннее приложение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не обязательно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solidFill>
                      <a:srgbClr val="E7E7E7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629051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Подключение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к устройству для </a:t>
                      </a:r>
                      <a:r>
                        <a:rPr lang="ru-RU" sz="1200" baseline="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зеркалирования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Без ввода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IP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адреса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или сканирования 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QR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-кода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нужен только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4-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х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значный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пин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-код</a:t>
                      </a:r>
                    </a:p>
                  </a:txBody>
                  <a:tcPr marL="0" marR="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244361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Разрешение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экрана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FHD and 4K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solidFill>
                      <a:srgbClr val="E7E7E7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863907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Безопасность</a:t>
                      </a: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Шифрование данных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SALSA 2.0, Signaling encryption protocol, HTTPS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346530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Поддержка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сети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Зеркалирование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экрана посредством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корпоративного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Wi-Fi,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гостевого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Wi-Fi, LAN &amp;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встроенной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точки доступа</a:t>
                      </a:r>
                    </a:p>
                  </a:txBody>
                  <a:tcPr marL="0" marR="0" marT="0" marB="0">
                    <a:lnL>
                      <a:noFill/>
                    </a:lnL>
                    <a:solidFill>
                      <a:srgbClr val="E7E7E7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43842"/>
                  </a:ext>
                </a:extLst>
              </a:tr>
              <a:tr h="13717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Точка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доступа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Настраиваемая точка доступа в соответствиями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с корпоративными требованиями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25551"/>
                  </a:ext>
                </a:extLst>
              </a:tr>
              <a:tr h="27434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Видео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  <a:r>
                        <a:rPr lang="ru-RU" sz="1200" baseline="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конференц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связь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Zoom, Skype,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Webex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Slack, Telegram,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Goto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Meeting, </a:t>
                      </a:r>
                      <a:r>
                        <a:rPr lang="en-US" sz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BlueJeans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MS Teams, Google Meet, </a:t>
                      </a:r>
                      <a:r>
                        <a:rPr lang="ru-RU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 др.</a:t>
                      </a:r>
                    </a:p>
                  </a:txBody>
                  <a:tcPr marL="0" marR="0" marT="0" marB="0">
                    <a:lnL>
                      <a:noFill/>
                    </a:lnL>
                    <a:solidFill>
                      <a:srgbClr val="E7E7E7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691409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4AA10F3-B39C-4D66-B5BD-8981BC69B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60288"/>
              </p:ext>
            </p:extLst>
          </p:nvPr>
        </p:nvGraphicFramePr>
        <p:xfrm>
          <a:off x="888709" y="4006127"/>
          <a:ext cx="8712156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98546">
                  <a:extLst>
                    <a:ext uri="{9D8B030D-6E8A-4147-A177-3AD203B41FA5}">
                      <a16:colId xmlns:a16="http://schemas.microsoft.com/office/drawing/2014/main" val="485602286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934540217"/>
                    </a:ext>
                  </a:extLst>
                </a:gridCol>
                <a:gridCol w="6488210">
                  <a:extLst>
                    <a:ext uri="{9D8B030D-6E8A-4147-A177-3AD203B41FA5}">
                      <a16:colId xmlns:a16="http://schemas.microsoft.com/office/drawing/2014/main" val="367738877"/>
                    </a:ext>
                  </a:extLst>
                </a:gridCol>
              </a:tblGrid>
              <a:tr h="13400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Облачные сервисы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61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937551"/>
                  </a:ext>
                </a:extLst>
              </a:tr>
              <a:tr h="1340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Обновления прошивки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Авто </a:t>
                      </a: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обновления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OTA</a:t>
                      </a: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)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по расписанию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 </a:t>
                      </a:r>
                      <a:endParaRPr lang="ru-RU" sz="12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075973"/>
                  </a:ext>
                </a:extLst>
              </a:tr>
              <a:tr h="1340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Статус устройства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Статус устройства в режиме реального времени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426724"/>
                  </a:ext>
                </a:extLst>
              </a:tr>
              <a:tr h="1340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Групповые настройки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Возможность менять настройки сразу для нескольких устройств с </a:t>
                      </a:r>
                      <a:r>
                        <a:rPr lang="en-US" sz="1200" kern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JoinU</a:t>
                      </a:r>
                      <a:endParaRPr lang="ru-RU" sz="12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764271"/>
                  </a:ext>
                </a:extLst>
              </a:tr>
              <a:tr h="1562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Облачное хранилище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Хранение контента и настройки функций информационного контента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066087"/>
                  </a:ext>
                </a:extLst>
              </a:tr>
              <a:tr h="1340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Интеграция календарей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 </a:t>
                      </a:r>
                      <a:endParaRPr lang="ru-RU" sz="1200" b="1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Поддерживаются </a:t>
                      </a:r>
                      <a:r>
                        <a:rPr lang="en-US" sz="1200" kern="1200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Nexudus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, Google Calendar, Office 365, MS Exchange,</a:t>
                      </a:r>
                      <a:r>
                        <a:rPr lang="en-US" sz="1200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iCal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и пр.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244022"/>
                  </a:ext>
                </a:extLst>
              </a:tr>
              <a:tr h="1340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Информационный контент</a:t>
                      </a:r>
                      <a:endParaRPr lang="ru-RU" sz="120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Настройки, хранение, управление информационным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ru-RU" sz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рекламным контентом через онлайн панель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CF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745392"/>
                  </a:ext>
                </a:extLst>
              </a:tr>
              <a:tr h="1340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Статистика и аналитика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ru-RU" sz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Статистика</a:t>
                      </a:r>
                      <a:r>
                        <a:rPr lang="ru-RU" sz="1200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использования</a:t>
                      </a:r>
                      <a:r>
                        <a:rPr lang="ru-RU" sz="1200" kern="12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переговорной комнаты онлайн.</a:t>
                      </a:r>
                      <a:r>
                        <a:rPr lang="ru-RU" sz="1200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200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E-mail </a:t>
                      </a:r>
                      <a:r>
                        <a:rPr lang="ru-RU" sz="1200" kern="1200" baseline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отчеты и оповещения об использовании</a:t>
                      </a:r>
                      <a:endParaRPr lang="ru-RU" sz="1200" kern="12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045218"/>
                  </a:ext>
                </a:extLst>
              </a:tr>
            </a:tbl>
          </a:graphicData>
        </a:graphic>
      </p:graphicFrame>
      <p:cxnSp>
        <p:nvCxnSpPr>
          <p:cNvPr id="8" name="Straight Connector 27">
            <a:extLst>
              <a:ext uri="{FF2B5EF4-FFF2-40B4-BE49-F238E27FC236}">
                <a16:creationId xmlns:a16="http://schemas.microsoft.com/office/drawing/2014/main" id="{32952092-C556-458A-B6A2-E129559A2576}"/>
              </a:ext>
            </a:extLst>
          </p:cNvPr>
          <p:cNvCxnSpPr/>
          <p:nvPr/>
        </p:nvCxnSpPr>
        <p:spPr>
          <a:xfrm flipV="1">
            <a:off x="3182938" y="9523413"/>
            <a:ext cx="6905625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8EEF21-EA80-401B-8F0B-69BF23427D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708" y="6373114"/>
            <a:ext cx="683491" cy="26633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0D2DFD7-DAA1-4F5B-BA60-DB319272D42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6579" y="6376793"/>
            <a:ext cx="1533239" cy="2832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6674D8-55C3-47FA-9D4E-3479152DD07B}"/>
              </a:ext>
            </a:extLst>
          </p:cNvPr>
          <p:cNvSpPr txBox="1"/>
          <p:nvPr/>
        </p:nvSpPr>
        <p:spPr>
          <a:xfrm>
            <a:off x="813615" y="5949331"/>
            <a:ext cx="50907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*Приложение </a:t>
            </a:r>
            <a:r>
              <a:rPr lang="en-US" sz="10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JoinU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работает только на платформе 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Intel </a:t>
            </a:r>
            <a:r>
              <a:rPr lang="ru-RU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 </a:t>
            </a: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 10 OS</a:t>
            </a:r>
            <a:endParaRPr lang="ru-RU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5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0672" y="239290"/>
            <a:ext cx="5829363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A7FF"/>
                </a:solidFill>
                <a:effectLst/>
                <a:uLnTx/>
                <a:uFillTx/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600" dirty="0"/>
              <a:t>Модель лицензирования</a:t>
            </a:r>
            <a:endParaRPr lang="en-IN" sz="2600" dirty="0"/>
          </a:p>
        </p:txBody>
      </p:sp>
      <p:sp>
        <p:nvSpPr>
          <p:cNvPr id="5" name="TextBox 4"/>
          <p:cNvSpPr txBox="1"/>
          <p:nvPr/>
        </p:nvSpPr>
        <p:spPr>
          <a:xfrm>
            <a:off x="580672" y="2415132"/>
            <a:ext cx="9145217" cy="202773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Autofit/>
          </a:bodyPr>
          <a:lstStyle>
            <a:defPPr>
              <a:defRPr lang="en-US"/>
            </a:defPPr>
            <a:lvl1pPr marL="342900" indent="-342900">
              <a:lnSpc>
                <a:spcPct val="114000"/>
              </a:lnSpc>
              <a:spcBef>
                <a:spcPct val="0"/>
              </a:spcBef>
              <a:buBlip>
                <a:blip r:embed="rId2"/>
              </a:buBlip>
              <a:defRPr sz="20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285750" lvl="1" indent="-285750">
              <a:lnSpc>
                <a:spcPct val="114000"/>
              </a:lnSpc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lvl="2" indent="-173038">
              <a:lnSpc>
                <a:spcPct val="114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</a:lstStyle>
          <a:p>
            <a:r>
              <a:rPr lang="ru-RU" dirty="0"/>
              <a:t>Лицензии ограничены по времени использования</a:t>
            </a:r>
          </a:p>
          <a:p>
            <a:r>
              <a:rPr lang="en-US" dirty="0"/>
              <a:t>1 </a:t>
            </a:r>
            <a:r>
              <a:rPr lang="ru-RU" dirty="0"/>
              <a:t>лицензия для одного основного устройства на год.</a:t>
            </a:r>
            <a:r>
              <a:rPr lang="en-US" dirty="0"/>
              <a:t> </a:t>
            </a:r>
            <a:r>
              <a:rPr lang="ru-RU" dirty="0"/>
              <a:t>Для пользователей, которые будут подключаться к основному устройству, лицензии не нужны.</a:t>
            </a:r>
            <a:endParaRPr lang="en-US" dirty="0"/>
          </a:p>
          <a:p>
            <a:r>
              <a:rPr lang="ru-RU" dirty="0"/>
              <a:t>Возможность покупки лицензий сразу на несколько лет.</a:t>
            </a:r>
          </a:p>
          <a:p>
            <a:r>
              <a:rPr lang="ru-RU" dirty="0"/>
              <a:t>Более привлекательные цены при продлении либо покупке сразу на несколько лет.</a:t>
            </a:r>
          </a:p>
          <a:p>
            <a:r>
              <a:rPr lang="ru-RU" dirty="0"/>
              <a:t>Лицензия на</a:t>
            </a:r>
            <a:r>
              <a:rPr lang="en-US" dirty="0"/>
              <a:t> </a:t>
            </a:r>
            <a:r>
              <a:rPr lang="en-US" dirty="0" err="1"/>
              <a:t>AirServer</a:t>
            </a:r>
            <a:r>
              <a:rPr lang="en-US" dirty="0"/>
              <a:t> </a:t>
            </a:r>
            <a:r>
              <a:rPr lang="ru-RU" dirty="0"/>
              <a:t>уже включена в лицензию </a:t>
            </a:r>
            <a:r>
              <a:rPr lang="en-US" dirty="0" err="1"/>
              <a:t>JoinU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53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E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6"/>
          <p:cNvSpPr txBox="1">
            <a:spLocks/>
          </p:cNvSpPr>
          <p:nvPr/>
        </p:nvSpPr>
        <p:spPr>
          <a:xfrm>
            <a:off x="919942" y="2710826"/>
            <a:ext cx="5176058" cy="1444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500" b="1">
                <a:solidFill>
                  <a:schemeClr val="bg1"/>
                </a:solidFill>
                <a:latin typeface="Segoe UI" panose="020B0502040204020203" pitchFamily="34" charset="0"/>
                <a:ea typeface="Inter" panose="020B05020300000000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Контакты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0323D6-4447-4BA3-90AF-D7A8A9228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818" y="1732752"/>
            <a:ext cx="2743200" cy="733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815DA8-A487-4BF6-8979-8850CB3FB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942" y="3651879"/>
            <a:ext cx="37167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www.prestigio.com/joinu</a:t>
            </a:r>
          </a:p>
        </p:txBody>
      </p:sp>
    </p:spTree>
    <p:extLst>
      <p:ext uri="{BB962C8B-B14F-4D97-AF65-F5344CB8AC3E}">
        <p14:creationId xmlns:p14="http://schemas.microsoft.com/office/powerpoint/2010/main" val="27960504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Другая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79C0"/>
      </a:accent1>
      <a:accent2>
        <a:srgbClr val="77D1FB"/>
      </a:accent2>
      <a:accent3>
        <a:srgbClr val="0EE593"/>
      </a:accent3>
      <a:accent4>
        <a:srgbClr val="24F4E5"/>
      </a:accent4>
      <a:accent5>
        <a:srgbClr val="333F48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BEEC0D5077A43418F8B76CEF525A8E9" ma:contentTypeVersion="15" ma:contentTypeDescription="Создание документа." ma:contentTypeScope="" ma:versionID="c3eb4ca3487d58f42ccef34db714505f">
  <xsd:schema xmlns:xsd="http://www.w3.org/2001/XMLSchema" xmlns:xs="http://www.w3.org/2001/XMLSchema" xmlns:p="http://schemas.microsoft.com/office/2006/metadata/properties" xmlns:ns2="b8d140e0-b9b7-454d-bfcc-1f1c35e8bf36" xmlns:ns3="46946eef-a000-4bc3-a78e-14a94e626036" targetNamespace="http://schemas.microsoft.com/office/2006/metadata/properties" ma:root="true" ma:fieldsID="46ca9d0a8341ddfa5525ffa7199e7681" ns2:_="" ns3:_="">
    <xsd:import namespace="b8d140e0-b9b7-454d-bfcc-1f1c35e8bf36"/>
    <xsd:import namespace="46946eef-a000-4bc3-a78e-14a94e6260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140e0-b9b7-454d-bfcc-1f1c35e8bf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fc2f9bc8-16a6-4231-8b1a-99f89bca0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46eef-a000-4bc3-a78e-14a94e62603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49c078c-1fe7-42c5-8aca-ac703bb3f828}" ma:internalName="TaxCatchAll" ma:showField="CatchAllData" ma:web="46946eef-a000-4bc3-a78e-14a94e6260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d140e0-b9b7-454d-bfcc-1f1c35e8bf36">
      <Terms xmlns="http://schemas.microsoft.com/office/infopath/2007/PartnerControls"/>
    </lcf76f155ced4ddcb4097134ff3c332f>
    <TaxCatchAll xmlns="46946eef-a000-4bc3-a78e-14a94e626036" xsi:nil="true"/>
  </documentManagement>
</p:properties>
</file>

<file path=customXml/itemProps1.xml><?xml version="1.0" encoding="utf-8"?>
<ds:datastoreItem xmlns:ds="http://schemas.openxmlformats.org/officeDocument/2006/customXml" ds:itemID="{4146A971-4AA9-4D59-BFFC-72A9FCF1D2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720CB-7A54-4154-8428-52BF354655CA}"/>
</file>

<file path=customXml/itemProps3.xml><?xml version="1.0" encoding="utf-8"?>
<ds:datastoreItem xmlns:ds="http://schemas.openxmlformats.org/officeDocument/2006/customXml" ds:itemID="{37BE183B-BC7C-4111-B340-EB47BBC57FA6}">
  <ds:schemaRefs>
    <ds:schemaRef ds:uri="http://schemas.microsoft.com/office/2006/metadata/properties"/>
    <ds:schemaRef ds:uri="http://schemas.microsoft.com/office/2006/documentManagement/types"/>
    <ds:schemaRef ds:uri="b8d140e0-b9b7-454d-bfcc-1f1c35e8bf36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15869</TotalTime>
  <Words>630</Words>
  <Application>Microsoft Office PowerPoint</Application>
  <PresentationFormat>Широкоэкранный</PresentationFormat>
  <Paragraphs>114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Inter</vt:lpstr>
      <vt:lpstr>Segoe UI</vt:lpstr>
      <vt:lpstr>1_Office Theme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TM Prestigio Solutions Aliaksandr Tsikhanovich</cp:lastModifiedBy>
  <cp:revision>277</cp:revision>
  <dcterms:created xsi:type="dcterms:W3CDTF">2020-02-25T09:07:30Z</dcterms:created>
  <dcterms:modified xsi:type="dcterms:W3CDTF">2021-12-15T09:38:05Z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0x010100DBEEC0D5077A43418F8B76CEF525A8E9</vt:lpwstr>
  </property>
</Properties>
</file>